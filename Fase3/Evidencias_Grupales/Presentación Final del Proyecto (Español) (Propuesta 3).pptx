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6BVfWZ9tzPN+FWJqpS9Cu012G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3dd47b2c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3dd47b2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dd47b2c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3dd47b2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dd47b2c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3dd47b2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dd47b2c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a3dd47b2c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3dd47b2c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a3dd47b2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dd47b2c6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3dd47b2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dd47b2c6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3dd47b2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3dd47b2c6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3dd47b2c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dd47b2c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a3dd47b2c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dd47b2c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a3dd47b2c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3dd47b2c6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3dd47b2c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3dd47b2c6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3dd47b2c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563ad1ab3_0_66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8563ad1ab3_0_66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8563ad1ab3_0_6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8563ad1ab3_0_6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g38563ad1ab3_0_663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8563ad1ab3_0_663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8563ad1ab3_0_66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8563ad1ab3_0_67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8563ad1ab3_0_6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8563ad1ab3_0_6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g38563ad1ab3_0_671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8563ad1ab3_0_67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563ad1ab3_0_67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g38563ad1ab3_0_67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8563ad1ab3_0_6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8563ad1ab3_0_6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8563ad1ab3_0_677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8563ad1ab3_0_677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8563ad1ab3_0_67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563ad1ab3_0_68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g38563ad1ab3_0_68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8563ad1ab3_0_6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8563ad1ab3_0_6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g38563ad1ab3_0_68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8563ad1ab3_0_68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8563ad1ab3_0_68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8563ad1ab3_0_6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8563ad1ab3_0_69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g38563ad1ab3_0_69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8563ad1ab3_0_69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8563ad1ab3_0_69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g38563ad1ab3_0_694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8563ad1ab3_0_69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63ad1ab3_0_70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g38563ad1ab3_0_70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8563ad1ab3_0_7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8563ad1ab3_0_7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g38563ad1ab3_0_701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8563ad1ab3_0_701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8563ad1ab3_0_70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8563ad1ab3_0_709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8563ad1ab3_0_7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8563ad1ab3_0_7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g38563ad1ab3_0_709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8563ad1ab3_0_70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63ad1ab3_0_7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g38563ad1ab3_0_71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8563ad1ab3_0_7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8563ad1ab3_0_7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g38563ad1ab3_0_715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8563ad1ab3_0_715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8563ad1ab3_0_715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8563ad1ab3_0_7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3ad1ab3_0_724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8563ad1ab3_0_72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8563ad1ab3_0_72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8563ad1ab3_0_7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8563ad1ab3_0_7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g38563ad1ab3_0_727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8563ad1ab3_0_727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8563ad1ab3_0_7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63ad1ab3_0_73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63ad1ab3_0_6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8563ad1ab3_0_65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b="0" i="0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8563ad1ab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dd47b2c6_0_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87" name="Google Shape;87;g3a3dd47b2c6_0_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88" name="Google Shape;88;g3a3dd47b2c6_0_2" title="redesign-bd309df8-cda8-4903-b90c-aeef2f71f3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775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dd47b2c6_0_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94" name="Google Shape;94;g3a3dd47b2c6_0_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95" name="Google Shape;95;g3a3dd47b2c6_0_9" title="redesign-7a7d7c5b-7604-4d09-9bf6-f8aa756a241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" y="26761"/>
            <a:ext cx="12192000" cy="680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dd47b2c6_0_16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01" name="Google Shape;101;g3a3dd47b2c6_0_16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2" name="Google Shape;102;g3a3dd47b2c6_0_16" title="redesign-5340f42c-2f34-4893-817d-c6f92309b83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dd47b2c6_0_2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08" name="Google Shape;108;g3a3dd47b2c6_0_2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09" name="Google Shape;109;g3a3dd47b2c6_0_22" title="redesign-50c23256-bd62-4336-8686-89def83c04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dd47b2c6_0_28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15" name="Google Shape;115;g3a3dd47b2c6_0_28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16" name="Google Shape;116;g3a3dd47b2c6_0_28" title="redesign-678d1307-a3e6-43ed-800a-dd79f63657b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825" y="0"/>
            <a:ext cx="122879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3dd47b2c6_0_41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22" name="Google Shape;122;g3a3dd47b2c6_0_41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23" name="Google Shape;123;g3a3dd47b2c6_0_41" title="redesign-4850cbb0-50b7-40ec-a4b6-297c5fa45c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dd47b2c6_0_4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29" name="Google Shape;129;g3a3dd47b2c6_0_4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30" name="Google Shape;130;g3a3dd47b2c6_0_49" title="redesign-948f63b2-fb80-4b4c-9f62-09473d218ec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3dd47b2c6_0_54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36" name="Google Shape;136;g3a3dd47b2c6_0_54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37" name="Google Shape;137;g3a3dd47b2c6_0_54" title="redesign-e9c2a747-9e55-43c1-a347-7e2882aa06b9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950" y="-1"/>
            <a:ext cx="1228790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3dd47b2c6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0050" y="4571100"/>
            <a:ext cx="1158425" cy="3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3dd47b2c6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9375" y="5644900"/>
            <a:ext cx="1158426" cy="3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3dd47b2c6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475" y="6131170"/>
            <a:ext cx="1354425" cy="3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a3dd47b2c6_0_63" title="redesign-56d08f7f-c1b9-4970-9fc8-20387c6245dc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762" y="-48425"/>
            <a:ext cx="12461532" cy="695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a3dd47b2c6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690" y="1666400"/>
            <a:ext cx="9876621" cy="50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a3dd47b2c6_0_84" title="redesign-ed9d249e-d536-4c6d-8143-71165f1706c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879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a3dd47b2c6_0_84" title="Untitled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6700" y="1411975"/>
            <a:ext cx="9738575" cy="51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a3dd47b2c6_0_77" title="redesign-50e07fd7-eea7-46fb-9c7e-d2c141b61f7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0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
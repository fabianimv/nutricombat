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</p:sldIdLst>
  <p:sldSz cy="6858000" cx="12192000"/>
  <p:notesSz cx="6858000" cy="9144000"/>
  <p:embeddedFontLst>
    <p:embeddedFont>
      <p:font typeface="Raleway"/>
      <p:regular r:id="rId20"/>
      <p:bold r:id="rId21"/>
      <p:italic r:id="rId22"/>
      <p:boldItalic r:id="rId23"/>
    </p:embeddedFont>
    <p:embeddedFont>
      <p:font typeface="Lato"/>
      <p:regular r:id="rId24"/>
      <p:bold r:id="rId25"/>
      <p:italic r:id="rId26"/>
      <p:boldItalic r:id="rId27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28" roundtripDataSignature="AMtx7mhbLrmKRq7RORSiOy2g3d4EUvX5h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font" Target="fonts/Raleway-regular.fntdata"/><Relationship Id="rId22" Type="http://schemas.openxmlformats.org/officeDocument/2006/relationships/font" Target="fonts/Raleway-italic.fntdata"/><Relationship Id="rId21" Type="http://schemas.openxmlformats.org/officeDocument/2006/relationships/font" Target="fonts/Raleway-bold.fntdata"/><Relationship Id="rId24" Type="http://schemas.openxmlformats.org/officeDocument/2006/relationships/font" Target="fonts/Lato-regular.fntdata"/><Relationship Id="rId23" Type="http://schemas.openxmlformats.org/officeDocument/2006/relationships/font" Target="fonts/Raleway-boldItalic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font" Target="fonts/Lato-italic.fntdata"/><Relationship Id="rId25" Type="http://schemas.openxmlformats.org/officeDocument/2006/relationships/font" Target="fonts/Lato-bold.fntdata"/><Relationship Id="rId28" Type="http://customschemas.google.com/relationships/presentationmetadata" Target="metadata"/><Relationship Id="rId27" Type="http://schemas.openxmlformats.org/officeDocument/2006/relationships/font" Target="fonts/Lato-boldItalic.fntdata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2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4" name="Google Shape;84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0" name="Google Shape;90;p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8" name="Google Shape;108;p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0" name="Google Shape;130;p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8" name="Google Shape;148;p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5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g3a908aeceb8_0_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7" name="Google Shape;167;g3a908aeceb8_0_1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4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6" name="Google Shape;186;p10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3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5" name="Google Shape;195;p1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9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1" name="Google Shape;201;p1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7" name="Google Shape;207;p1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3" name="Google Shape;213;p1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bg>
      <p:bgPr>
        <a:solidFill>
          <a:schemeClr val="lt2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g38563ad1ab3_0_663"/>
          <p:cNvSpPr/>
          <p:nvPr/>
        </p:nvSpPr>
        <p:spPr>
          <a:xfrm>
            <a:off x="0" y="0"/>
            <a:ext cx="12192000" cy="6504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121900" lIns="121900" spcFirstLastPara="1" rIns="121900" wrap="square" tIns="1219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1" name="Google Shape;11;g38563ad1ab3_0_663"/>
          <p:cNvGrpSpPr/>
          <p:nvPr/>
        </p:nvGrpSpPr>
        <p:grpSpPr>
          <a:xfrm>
            <a:off x="1107036" y="1588427"/>
            <a:ext cx="994316" cy="61102"/>
            <a:chOff x="4580561" y="2589004"/>
            <a:chExt cx="1064464" cy="25200"/>
          </a:xfrm>
        </p:grpSpPr>
        <p:sp>
          <p:nvSpPr>
            <p:cNvPr id="12" name="Google Shape;12;g38563ad1ab3_0_663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" name="Google Shape;13;g38563ad1ab3_0_663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4" name="Google Shape;14;g38563ad1ab3_0_663"/>
          <p:cNvSpPr txBox="1"/>
          <p:nvPr>
            <p:ph type="ctrTitle"/>
          </p:nvPr>
        </p:nvSpPr>
        <p:spPr>
          <a:xfrm>
            <a:off x="972600" y="1763267"/>
            <a:ext cx="10250700" cy="22197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1pPr>
            <a:lvl2pPr lvl="1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2pPr>
            <a:lvl3pPr lvl="2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3pPr>
            <a:lvl4pPr lvl="3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4pPr>
            <a:lvl5pPr lvl="4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5pPr>
            <a:lvl6pPr lvl="5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6pPr>
            <a:lvl7pPr lvl="6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7pPr>
            <a:lvl8pPr lvl="7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8pPr>
            <a:lvl9pPr lvl="8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9pPr>
          </a:lstStyle>
          <a:p/>
        </p:txBody>
      </p:sp>
      <p:sp>
        <p:nvSpPr>
          <p:cNvPr id="15" name="Google Shape;15;g38563ad1ab3_0_663"/>
          <p:cNvSpPr txBox="1"/>
          <p:nvPr>
            <p:ph idx="1" type="subTitle"/>
          </p:nvPr>
        </p:nvSpPr>
        <p:spPr>
          <a:xfrm>
            <a:off x="972837" y="4230533"/>
            <a:ext cx="10250700" cy="7215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16" name="Google Shape;16;g38563ad1ab3_0_663"/>
          <p:cNvSpPr txBox="1"/>
          <p:nvPr>
            <p:ph idx="12" type="sldNum"/>
          </p:nvPr>
        </p:nvSpPr>
        <p:spPr>
          <a:xfrm>
            <a:off x="11381736" y="6333134"/>
            <a:ext cx="731700" cy="524700"/>
          </a:xfrm>
          <a:prstGeom prst="rect">
            <a:avLst/>
          </a:prstGeom>
        </p:spPr>
        <p:txBody>
          <a:bodyPr anchorCtr="0" anchor="ctr" bIns="121900" lIns="121900" spcFirstLastPara="1" rIns="121900" wrap="square" tIns="12190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MX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solidFill>
          <a:schemeClr val="dk1"/>
        </a:solidFill>
      </p:bgPr>
    </p:bg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Google Shape;18;g38563ad1ab3_0_671"/>
          <p:cNvGrpSpPr/>
          <p:nvPr/>
        </p:nvGrpSpPr>
        <p:grpSpPr>
          <a:xfrm>
            <a:off x="1107036" y="1588427"/>
            <a:ext cx="994316" cy="61102"/>
            <a:chOff x="4580561" y="2589004"/>
            <a:chExt cx="1064464" cy="25200"/>
          </a:xfrm>
        </p:grpSpPr>
        <p:sp>
          <p:nvSpPr>
            <p:cNvPr id="19" name="Google Shape;19;g38563ad1ab3_0_671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" name="Google Shape;20;g38563ad1ab3_0_671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21" name="Google Shape;21;g38563ad1ab3_0_671"/>
          <p:cNvSpPr txBox="1"/>
          <p:nvPr>
            <p:ph type="title"/>
          </p:nvPr>
        </p:nvSpPr>
        <p:spPr>
          <a:xfrm>
            <a:off x="972600" y="1763267"/>
            <a:ext cx="10251300" cy="20247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2" name="Google Shape;22;g38563ad1ab3_0_671"/>
          <p:cNvSpPr txBox="1"/>
          <p:nvPr>
            <p:ph idx="12" type="sldNum"/>
          </p:nvPr>
        </p:nvSpPr>
        <p:spPr>
          <a:xfrm>
            <a:off x="11381736" y="6333134"/>
            <a:ext cx="731700" cy="524700"/>
          </a:xfrm>
          <a:prstGeom prst="rect">
            <a:avLst/>
          </a:prstGeom>
        </p:spPr>
        <p:txBody>
          <a:bodyPr anchorCtr="0" anchor="ctr" bIns="121900" lIns="121900" spcFirstLastPara="1" rIns="121900" wrap="square" tIns="121900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MX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23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g38563ad1ab3_0_677"/>
          <p:cNvSpPr/>
          <p:nvPr/>
        </p:nvSpPr>
        <p:spPr>
          <a:xfrm>
            <a:off x="0" y="0"/>
            <a:ext cx="12192000" cy="6504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121900" lIns="121900" spcFirstLastPara="1" rIns="121900" wrap="square" tIns="1219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25" name="Google Shape;25;g38563ad1ab3_0_677"/>
          <p:cNvGrpSpPr/>
          <p:nvPr/>
        </p:nvGrpSpPr>
        <p:grpSpPr>
          <a:xfrm>
            <a:off x="1107036" y="1588427"/>
            <a:ext cx="994316" cy="61102"/>
            <a:chOff x="4580561" y="2589004"/>
            <a:chExt cx="1064464" cy="25200"/>
          </a:xfrm>
        </p:grpSpPr>
        <p:sp>
          <p:nvSpPr>
            <p:cNvPr id="26" name="Google Shape;26;g38563ad1ab3_0_677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" name="Google Shape;27;g38563ad1ab3_0_677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28" name="Google Shape;28;g38563ad1ab3_0_677"/>
          <p:cNvSpPr txBox="1"/>
          <p:nvPr>
            <p:ph type="title"/>
          </p:nvPr>
        </p:nvSpPr>
        <p:spPr>
          <a:xfrm>
            <a:off x="972600" y="1758200"/>
            <a:ext cx="10251600" cy="7137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500"/>
              <a:buNone/>
              <a:defRPr sz="3500"/>
            </a:lvl1pPr>
            <a:lvl2pPr lvl="1">
              <a:spcBef>
                <a:spcPts val="0"/>
              </a:spcBef>
              <a:spcAft>
                <a:spcPts val="0"/>
              </a:spcAft>
              <a:buSzPts val="3500"/>
              <a:buNone/>
              <a:defRPr sz="3500"/>
            </a:lvl2pPr>
            <a:lvl3pPr lvl="2">
              <a:spcBef>
                <a:spcPts val="0"/>
              </a:spcBef>
              <a:spcAft>
                <a:spcPts val="0"/>
              </a:spcAft>
              <a:buSzPts val="3500"/>
              <a:buNone/>
              <a:defRPr sz="3500"/>
            </a:lvl3pPr>
            <a:lvl4pPr lvl="3">
              <a:spcBef>
                <a:spcPts val="0"/>
              </a:spcBef>
              <a:spcAft>
                <a:spcPts val="0"/>
              </a:spcAft>
              <a:buSzPts val="3500"/>
              <a:buNone/>
              <a:defRPr sz="3500"/>
            </a:lvl4pPr>
            <a:lvl5pPr lvl="4">
              <a:spcBef>
                <a:spcPts val="0"/>
              </a:spcBef>
              <a:spcAft>
                <a:spcPts val="0"/>
              </a:spcAft>
              <a:buSzPts val="3500"/>
              <a:buNone/>
              <a:defRPr sz="3500"/>
            </a:lvl5pPr>
            <a:lvl6pPr lvl="5">
              <a:spcBef>
                <a:spcPts val="0"/>
              </a:spcBef>
              <a:spcAft>
                <a:spcPts val="0"/>
              </a:spcAft>
              <a:buSzPts val="3500"/>
              <a:buNone/>
              <a:defRPr sz="3500"/>
            </a:lvl6pPr>
            <a:lvl7pPr lvl="6">
              <a:spcBef>
                <a:spcPts val="0"/>
              </a:spcBef>
              <a:spcAft>
                <a:spcPts val="0"/>
              </a:spcAft>
              <a:buSzPts val="3500"/>
              <a:buNone/>
              <a:defRPr sz="3500"/>
            </a:lvl7pPr>
            <a:lvl8pPr lvl="7">
              <a:spcBef>
                <a:spcPts val="0"/>
              </a:spcBef>
              <a:spcAft>
                <a:spcPts val="0"/>
              </a:spcAft>
              <a:buSzPts val="3500"/>
              <a:buNone/>
              <a:defRPr sz="3500"/>
            </a:lvl8pPr>
            <a:lvl9pPr lvl="8">
              <a:spcBef>
                <a:spcPts val="0"/>
              </a:spcBef>
              <a:spcAft>
                <a:spcPts val="0"/>
              </a:spcAft>
              <a:buSzPts val="3500"/>
              <a:buNone/>
              <a:defRPr sz="3500"/>
            </a:lvl9pPr>
          </a:lstStyle>
          <a:p/>
        </p:txBody>
      </p:sp>
      <p:sp>
        <p:nvSpPr>
          <p:cNvPr id="29" name="Google Shape;29;g38563ad1ab3_0_677"/>
          <p:cNvSpPr txBox="1"/>
          <p:nvPr>
            <p:ph idx="1" type="body"/>
          </p:nvPr>
        </p:nvSpPr>
        <p:spPr>
          <a:xfrm>
            <a:off x="972600" y="2771833"/>
            <a:ext cx="10251600" cy="30147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rmAutofit/>
          </a:bodyPr>
          <a:lstStyle>
            <a:lvl1pPr indent="-336550" lvl="0" marL="457200">
              <a:spcBef>
                <a:spcPts val="0"/>
              </a:spcBef>
              <a:spcAft>
                <a:spcPts val="0"/>
              </a:spcAft>
              <a:buSzPts val="1700"/>
              <a:buChar char="●"/>
              <a:defRPr/>
            </a:lvl1pPr>
            <a:lvl2pPr indent="-323850" lvl="1" marL="914400">
              <a:spcBef>
                <a:spcPts val="0"/>
              </a:spcBef>
              <a:spcAft>
                <a:spcPts val="0"/>
              </a:spcAft>
              <a:buSzPts val="1500"/>
              <a:buChar char="○"/>
              <a:defRPr/>
            </a:lvl2pPr>
            <a:lvl3pPr indent="-323850" lvl="2" marL="1371600">
              <a:spcBef>
                <a:spcPts val="0"/>
              </a:spcBef>
              <a:spcAft>
                <a:spcPts val="0"/>
              </a:spcAft>
              <a:buSzPts val="1500"/>
              <a:buChar char="■"/>
              <a:defRPr/>
            </a:lvl3pPr>
            <a:lvl4pPr indent="-323850" lvl="3" marL="1828800">
              <a:spcBef>
                <a:spcPts val="0"/>
              </a:spcBef>
              <a:spcAft>
                <a:spcPts val="0"/>
              </a:spcAft>
              <a:buSzPts val="1500"/>
              <a:buChar char="●"/>
              <a:defRPr/>
            </a:lvl4pPr>
            <a:lvl5pPr indent="-323850" lvl="4" marL="2286000">
              <a:spcBef>
                <a:spcPts val="0"/>
              </a:spcBef>
              <a:spcAft>
                <a:spcPts val="0"/>
              </a:spcAft>
              <a:buSzPts val="1500"/>
              <a:buChar char="○"/>
              <a:defRPr/>
            </a:lvl5pPr>
            <a:lvl6pPr indent="-323850" lvl="5" marL="2743200">
              <a:spcBef>
                <a:spcPts val="0"/>
              </a:spcBef>
              <a:spcAft>
                <a:spcPts val="0"/>
              </a:spcAft>
              <a:buSzPts val="1500"/>
              <a:buChar char="■"/>
              <a:defRPr/>
            </a:lvl6pPr>
            <a:lvl7pPr indent="-323850" lvl="6" marL="3200400">
              <a:spcBef>
                <a:spcPts val="0"/>
              </a:spcBef>
              <a:spcAft>
                <a:spcPts val="0"/>
              </a:spcAft>
              <a:buSzPts val="1500"/>
              <a:buChar char="●"/>
              <a:defRPr/>
            </a:lvl7pPr>
            <a:lvl8pPr indent="-323850" lvl="7" marL="3657600">
              <a:spcBef>
                <a:spcPts val="0"/>
              </a:spcBef>
              <a:spcAft>
                <a:spcPts val="0"/>
              </a:spcAft>
              <a:buSzPts val="1500"/>
              <a:buChar char="○"/>
              <a:defRPr/>
            </a:lvl8pPr>
            <a:lvl9pPr indent="-323850" lvl="8" marL="4114800">
              <a:spcBef>
                <a:spcPts val="0"/>
              </a:spcBef>
              <a:spcAft>
                <a:spcPts val="0"/>
              </a:spcAft>
              <a:buSzPts val="1500"/>
              <a:buChar char="■"/>
              <a:defRPr/>
            </a:lvl9pPr>
          </a:lstStyle>
          <a:p/>
        </p:txBody>
      </p:sp>
      <p:sp>
        <p:nvSpPr>
          <p:cNvPr id="30" name="Google Shape;30;g38563ad1ab3_0_677"/>
          <p:cNvSpPr txBox="1"/>
          <p:nvPr>
            <p:ph idx="12" type="sldNum"/>
          </p:nvPr>
        </p:nvSpPr>
        <p:spPr>
          <a:xfrm>
            <a:off x="11381736" y="6333134"/>
            <a:ext cx="731700" cy="524700"/>
          </a:xfrm>
          <a:prstGeom prst="rect">
            <a:avLst/>
          </a:prstGeom>
        </p:spPr>
        <p:txBody>
          <a:bodyPr anchorCtr="0" anchor="ctr" bIns="121900" lIns="121900" spcFirstLastPara="1" rIns="121900" wrap="square" tIns="12190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MX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g38563ad1ab3_0_685"/>
          <p:cNvSpPr/>
          <p:nvPr/>
        </p:nvSpPr>
        <p:spPr>
          <a:xfrm>
            <a:off x="0" y="0"/>
            <a:ext cx="12192000" cy="6504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121900" lIns="121900" spcFirstLastPara="1" rIns="121900" wrap="square" tIns="1219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33" name="Google Shape;33;g38563ad1ab3_0_685"/>
          <p:cNvGrpSpPr/>
          <p:nvPr/>
        </p:nvGrpSpPr>
        <p:grpSpPr>
          <a:xfrm>
            <a:off x="1107036" y="1588427"/>
            <a:ext cx="994316" cy="61102"/>
            <a:chOff x="4580561" y="2589004"/>
            <a:chExt cx="1064464" cy="25200"/>
          </a:xfrm>
        </p:grpSpPr>
        <p:sp>
          <p:nvSpPr>
            <p:cNvPr id="34" name="Google Shape;34;g38563ad1ab3_0_685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" name="Google Shape;35;g38563ad1ab3_0_685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36" name="Google Shape;36;g38563ad1ab3_0_685"/>
          <p:cNvSpPr txBox="1"/>
          <p:nvPr>
            <p:ph type="title"/>
          </p:nvPr>
        </p:nvSpPr>
        <p:spPr>
          <a:xfrm>
            <a:off x="972600" y="1758200"/>
            <a:ext cx="10251300" cy="7137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500"/>
              <a:buNone/>
              <a:defRPr sz="3500"/>
            </a:lvl1pPr>
            <a:lvl2pPr lvl="1">
              <a:spcBef>
                <a:spcPts val="0"/>
              </a:spcBef>
              <a:spcAft>
                <a:spcPts val="0"/>
              </a:spcAft>
              <a:buSzPts val="3500"/>
              <a:buNone/>
              <a:defRPr sz="3500"/>
            </a:lvl2pPr>
            <a:lvl3pPr lvl="2">
              <a:spcBef>
                <a:spcPts val="0"/>
              </a:spcBef>
              <a:spcAft>
                <a:spcPts val="0"/>
              </a:spcAft>
              <a:buSzPts val="3500"/>
              <a:buNone/>
              <a:defRPr sz="3500"/>
            </a:lvl3pPr>
            <a:lvl4pPr lvl="3">
              <a:spcBef>
                <a:spcPts val="0"/>
              </a:spcBef>
              <a:spcAft>
                <a:spcPts val="0"/>
              </a:spcAft>
              <a:buSzPts val="3500"/>
              <a:buNone/>
              <a:defRPr sz="3500"/>
            </a:lvl4pPr>
            <a:lvl5pPr lvl="4">
              <a:spcBef>
                <a:spcPts val="0"/>
              </a:spcBef>
              <a:spcAft>
                <a:spcPts val="0"/>
              </a:spcAft>
              <a:buSzPts val="3500"/>
              <a:buNone/>
              <a:defRPr sz="3500"/>
            </a:lvl5pPr>
            <a:lvl6pPr lvl="5">
              <a:spcBef>
                <a:spcPts val="0"/>
              </a:spcBef>
              <a:spcAft>
                <a:spcPts val="0"/>
              </a:spcAft>
              <a:buSzPts val="3500"/>
              <a:buNone/>
              <a:defRPr sz="3500"/>
            </a:lvl6pPr>
            <a:lvl7pPr lvl="6">
              <a:spcBef>
                <a:spcPts val="0"/>
              </a:spcBef>
              <a:spcAft>
                <a:spcPts val="0"/>
              </a:spcAft>
              <a:buSzPts val="3500"/>
              <a:buNone/>
              <a:defRPr sz="3500"/>
            </a:lvl7pPr>
            <a:lvl8pPr lvl="7">
              <a:spcBef>
                <a:spcPts val="0"/>
              </a:spcBef>
              <a:spcAft>
                <a:spcPts val="0"/>
              </a:spcAft>
              <a:buSzPts val="3500"/>
              <a:buNone/>
              <a:defRPr sz="3500"/>
            </a:lvl8pPr>
            <a:lvl9pPr lvl="8">
              <a:spcBef>
                <a:spcPts val="0"/>
              </a:spcBef>
              <a:spcAft>
                <a:spcPts val="0"/>
              </a:spcAft>
              <a:buSzPts val="3500"/>
              <a:buNone/>
              <a:defRPr sz="3500"/>
            </a:lvl9pPr>
          </a:lstStyle>
          <a:p/>
        </p:txBody>
      </p:sp>
      <p:sp>
        <p:nvSpPr>
          <p:cNvPr id="37" name="Google Shape;37;g38563ad1ab3_0_685"/>
          <p:cNvSpPr txBox="1"/>
          <p:nvPr>
            <p:ph idx="1" type="body"/>
          </p:nvPr>
        </p:nvSpPr>
        <p:spPr>
          <a:xfrm>
            <a:off x="972434" y="2771833"/>
            <a:ext cx="5032500" cy="30147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rmAutofit/>
          </a:bodyPr>
          <a:lstStyle>
            <a:lvl1pPr indent="-336550" lvl="0" marL="457200">
              <a:spcBef>
                <a:spcPts val="0"/>
              </a:spcBef>
              <a:spcAft>
                <a:spcPts val="0"/>
              </a:spcAft>
              <a:buSzPts val="1700"/>
              <a:buChar char="●"/>
              <a:defRPr/>
            </a:lvl1pPr>
            <a:lvl2pPr indent="-323850" lvl="1" marL="914400">
              <a:spcBef>
                <a:spcPts val="0"/>
              </a:spcBef>
              <a:spcAft>
                <a:spcPts val="0"/>
              </a:spcAft>
              <a:buSzPts val="1500"/>
              <a:buChar char="○"/>
              <a:defRPr/>
            </a:lvl2pPr>
            <a:lvl3pPr indent="-323850" lvl="2" marL="1371600">
              <a:spcBef>
                <a:spcPts val="0"/>
              </a:spcBef>
              <a:spcAft>
                <a:spcPts val="0"/>
              </a:spcAft>
              <a:buSzPts val="1500"/>
              <a:buChar char="■"/>
              <a:defRPr/>
            </a:lvl3pPr>
            <a:lvl4pPr indent="-323850" lvl="3" marL="1828800">
              <a:spcBef>
                <a:spcPts val="0"/>
              </a:spcBef>
              <a:spcAft>
                <a:spcPts val="0"/>
              </a:spcAft>
              <a:buSzPts val="1500"/>
              <a:buChar char="●"/>
              <a:defRPr/>
            </a:lvl4pPr>
            <a:lvl5pPr indent="-323850" lvl="4" marL="2286000">
              <a:spcBef>
                <a:spcPts val="0"/>
              </a:spcBef>
              <a:spcAft>
                <a:spcPts val="0"/>
              </a:spcAft>
              <a:buSzPts val="1500"/>
              <a:buChar char="○"/>
              <a:defRPr/>
            </a:lvl5pPr>
            <a:lvl6pPr indent="-323850" lvl="5" marL="2743200">
              <a:spcBef>
                <a:spcPts val="0"/>
              </a:spcBef>
              <a:spcAft>
                <a:spcPts val="0"/>
              </a:spcAft>
              <a:buSzPts val="1500"/>
              <a:buChar char="■"/>
              <a:defRPr/>
            </a:lvl6pPr>
            <a:lvl7pPr indent="-323850" lvl="6" marL="3200400">
              <a:spcBef>
                <a:spcPts val="0"/>
              </a:spcBef>
              <a:spcAft>
                <a:spcPts val="0"/>
              </a:spcAft>
              <a:buSzPts val="1500"/>
              <a:buChar char="●"/>
              <a:defRPr/>
            </a:lvl7pPr>
            <a:lvl8pPr indent="-323850" lvl="7" marL="3657600">
              <a:spcBef>
                <a:spcPts val="0"/>
              </a:spcBef>
              <a:spcAft>
                <a:spcPts val="0"/>
              </a:spcAft>
              <a:buSzPts val="1500"/>
              <a:buChar char="○"/>
              <a:defRPr/>
            </a:lvl8pPr>
            <a:lvl9pPr indent="-323850" lvl="8" marL="4114800">
              <a:spcBef>
                <a:spcPts val="0"/>
              </a:spcBef>
              <a:spcAft>
                <a:spcPts val="0"/>
              </a:spcAft>
              <a:buSzPts val="1500"/>
              <a:buChar char="■"/>
              <a:defRPr/>
            </a:lvl9pPr>
          </a:lstStyle>
          <a:p/>
        </p:txBody>
      </p:sp>
      <p:sp>
        <p:nvSpPr>
          <p:cNvPr id="38" name="Google Shape;38;g38563ad1ab3_0_685"/>
          <p:cNvSpPr txBox="1"/>
          <p:nvPr>
            <p:ph idx="2" type="body"/>
          </p:nvPr>
        </p:nvSpPr>
        <p:spPr>
          <a:xfrm>
            <a:off x="6191471" y="2771833"/>
            <a:ext cx="5032500" cy="30147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rmAutofit/>
          </a:bodyPr>
          <a:lstStyle>
            <a:lvl1pPr indent="-336550" lvl="0" marL="457200">
              <a:spcBef>
                <a:spcPts val="0"/>
              </a:spcBef>
              <a:spcAft>
                <a:spcPts val="0"/>
              </a:spcAft>
              <a:buSzPts val="1700"/>
              <a:buChar char="●"/>
              <a:defRPr/>
            </a:lvl1pPr>
            <a:lvl2pPr indent="-323850" lvl="1" marL="914400">
              <a:spcBef>
                <a:spcPts val="0"/>
              </a:spcBef>
              <a:spcAft>
                <a:spcPts val="0"/>
              </a:spcAft>
              <a:buSzPts val="1500"/>
              <a:buChar char="○"/>
              <a:defRPr/>
            </a:lvl2pPr>
            <a:lvl3pPr indent="-323850" lvl="2" marL="1371600">
              <a:spcBef>
                <a:spcPts val="0"/>
              </a:spcBef>
              <a:spcAft>
                <a:spcPts val="0"/>
              </a:spcAft>
              <a:buSzPts val="1500"/>
              <a:buChar char="■"/>
              <a:defRPr/>
            </a:lvl3pPr>
            <a:lvl4pPr indent="-323850" lvl="3" marL="1828800">
              <a:spcBef>
                <a:spcPts val="0"/>
              </a:spcBef>
              <a:spcAft>
                <a:spcPts val="0"/>
              </a:spcAft>
              <a:buSzPts val="1500"/>
              <a:buChar char="●"/>
              <a:defRPr/>
            </a:lvl4pPr>
            <a:lvl5pPr indent="-323850" lvl="4" marL="2286000">
              <a:spcBef>
                <a:spcPts val="0"/>
              </a:spcBef>
              <a:spcAft>
                <a:spcPts val="0"/>
              </a:spcAft>
              <a:buSzPts val="1500"/>
              <a:buChar char="○"/>
              <a:defRPr/>
            </a:lvl5pPr>
            <a:lvl6pPr indent="-323850" lvl="5" marL="2743200">
              <a:spcBef>
                <a:spcPts val="0"/>
              </a:spcBef>
              <a:spcAft>
                <a:spcPts val="0"/>
              </a:spcAft>
              <a:buSzPts val="1500"/>
              <a:buChar char="■"/>
              <a:defRPr/>
            </a:lvl6pPr>
            <a:lvl7pPr indent="-323850" lvl="6" marL="3200400">
              <a:spcBef>
                <a:spcPts val="0"/>
              </a:spcBef>
              <a:spcAft>
                <a:spcPts val="0"/>
              </a:spcAft>
              <a:buSzPts val="1500"/>
              <a:buChar char="●"/>
              <a:defRPr/>
            </a:lvl7pPr>
            <a:lvl8pPr indent="-323850" lvl="7" marL="3657600">
              <a:spcBef>
                <a:spcPts val="0"/>
              </a:spcBef>
              <a:spcAft>
                <a:spcPts val="0"/>
              </a:spcAft>
              <a:buSzPts val="1500"/>
              <a:buChar char="○"/>
              <a:defRPr/>
            </a:lvl8pPr>
            <a:lvl9pPr indent="-323850" lvl="8" marL="4114800">
              <a:spcBef>
                <a:spcPts val="0"/>
              </a:spcBef>
              <a:spcAft>
                <a:spcPts val="0"/>
              </a:spcAft>
              <a:buSzPts val="1500"/>
              <a:buChar char="■"/>
              <a:defRPr/>
            </a:lvl9pPr>
          </a:lstStyle>
          <a:p/>
        </p:txBody>
      </p:sp>
      <p:sp>
        <p:nvSpPr>
          <p:cNvPr id="39" name="Google Shape;39;g38563ad1ab3_0_685"/>
          <p:cNvSpPr txBox="1"/>
          <p:nvPr>
            <p:ph idx="12" type="sldNum"/>
          </p:nvPr>
        </p:nvSpPr>
        <p:spPr>
          <a:xfrm>
            <a:off x="11381736" y="6333134"/>
            <a:ext cx="731700" cy="524700"/>
          </a:xfrm>
          <a:prstGeom prst="rect">
            <a:avLst/>
          </a:prstGeom>
        </p:spPr>
        <p:txBody>
          <a:bodyPr anchorCtr="0" anchor="ctr" bIns="121900" lIns="121900" spcFirstLastPara="1" rIns="121900" wrap="square" tIns="12190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MX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g38563ad1ab3_0_694"/>
          <p:cNvSpPr/>
          <p:nvPr/>
        </p:nvSpPr>
        <p:spPr>
          <a:xfrm>
            <a:off x="0" y="0"/>
            <a:ext cx="12192000" cy="6504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121900" lIns="121900" spcFirstLastPara="1" rIns="121900" wrap="square" tIns="1219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42" name="Google Shape;42;g38563ad1ab3_0_694"/>
          <p:cNvGrpSpPr/>
          <p:nvPr/>
        </p:nvGrpSpPr>
        <p:grpSpPr>
          <a:xfrm>
            <a:off x="1107036" y="1588427"/>
            <a:ext cx="994316" cy="61102"/>
            <a:chOff x="4580561" y="2589004"/>
            <a:chExt cx="1064464" cy="25200"/>
          </a:xfrm>
        </p:grpSpPr>
        <p:sp>
          <p:nvSpPr>
            <p:cNvPr id="43" name="Google Shape;43;g38563ad1ab3_0_694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" name="Google Shape;44;g38563ad1ab3_0_694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45" name="Google Shape;45;g38563ad1ab3_0_694"/>
          <p:cNvSpPr txBox="1"/>
          <p:nvPr>
            <p:ph type="title"/>
          </p:nvPr>
        </p:nvSpPr>
        <p:spPr>
          <a:xfrm>
            <a:off x="972600" y="1758200"/>
            <a:ext cx="10251300" cy="7137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500"/>
              <a:buNone/>
              <a:defRPr sz="3500"/>
            </a:lvl1pPr>
            <a:lvl2pPr lvl="1">
              <a:spcBef>
                <a:spcPts val="0"/>
              </a:spcBef>
              <a:spcAft>
                <a:spcPts val="0"/>
              </a:spcAft>
              <a:buSzPts val="3500"/>
              <a:buNone/>
              <a:defRPr sz="3500"/>
            </a:lvl2pPr>
            <a:lvl3pPr lvl="2">
              <a:spcBef>
                <a:spcPts val="0"/>
              </a:spcBef>
              <a:spcAft>
                <a:spcPts val="0"/>
              </a:spcAft>
              <a:buSzPts val="3500"/>
              <a:buNone/>
              <a:defRPr sz="3500"/>
            </a:lvl3pPr>
            <a:lvl4pPr lvl="3">
              <a:spcBef>
                <a:spcPts val="0"/>
              </a:spcBef>
              <a:spcAft>
                <a:spcPts val="0"/>
              </a:spcAft>
              <a:buSzPts val="3500"/>
              <a:buNone/>
              <a:defRPr sz="3500"/>
            </a:lvl4pPr>
            <a:lvl5pPr lvl="4">
              <a:spcBef>
                <a:spcPts val="0"/>
              </a:spcBef>
              <a:spcAft>
                <a:spcPts val="0"/>
              </a:spcAft>
              <a:buSzPts val="3500"/>
              <a:buNone/>
              <a:defRPr sz="3500"/>
            </a:lvl5pPr>
            <a:lvl6pPr lvl="5">
              <a:spcBef>
                <a:spcPts val="0"/>
              </a:spcBef>
              <a:spcAft>
                <a:spcPts val="0"/>
              </a:spcAft>
              <a:buSzPts val="3500"/>
              <a:buNone/>
              <a:defRPr sz="3500"/>
            </a:lvl6pPr>
            <a:lvl7pPr lvl="6">
              <a:spcBef>
                <a:spcPts val="0"/>
              </a:spcBef>
              <a:spcAft>
                <a:spcPts val="0"/>
              </a:spcAft>
              <a:buSzPts val="3500"/>
              <a:buNone/>
              <a:defRPr sz="3500"/>
            </a:lvl7pPr>
            <a:lvl8pPr lvl="7">
              <a:spcBef>
                <a:spcPts val="0"/>
              </a:spcBef>
              <a:spcAft>
                <a:spcPts val="0"/>
              </a:spcAft>
              <a:buSzPts val="3500"/>
              <a:buNone/>
              <a:defRPr sz="3500"/>
            </a:lvl8pPr>
            <a:lvl9pPr lvl="8">
              <a:spcBef>
                <a:spcPts val="0"/>
              </a:spcBef>
              <a:spcAft>
                <a:spcPts val="0"/>
              </a:spcAft>
              <a:buSzPts val="3500"/>
              <a:buNone/>
              <a:defRPr sz="3500"/>
            </a:lvl9pPr>
          </a:lstStyle>
          <a:p/>
        </p:txBody>
      </p:sp>
      <p:sp>
        <p:nvSpPr>
          <p:cNvPr id="46" name="Google Shape;46;g38563ad1ab3_0_694"/>
          <p:cNvSpPr txBox="1"/>
          <p:nvPr>
            <p:ph idx="12" type="sldNum"/>
          </p:nvPr>
        </p:nvSpPr>
        <p:spPr>
          <a:xfrm>
            <a:off x="11381736" y="6333134"/>
            <a:ext cx="731700" cy="524700"/>
          </a:xfrm>
          <a:prstGeom prst="rect">
            <a:avLst/>
          </a:prstGeom>
        </p:spPr>
        <p:txBody>
          <a:bodyPr anchorCtr="0" anchor="ctr" bIns="121900" lIns="121900" spcFirstLastPara="1" rIns="121900" wrap="square" tIns="12190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MX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47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g38563ad1ab3_0_701"/>
          <p:cNvSpPr/>
          <p:nvPr/>
        </p:nvSpPr>
        <p:spPr>
          <a:xfrm>
            <a:off x="0" y="0"/>
            <a:ext cx="12192000" cy="6504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121900" lIns="121900" spcFirstLastPara="1" rIns="121900" wrap="square" tIns="1219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49" name="Google Shape;49;g38563ad1ab3_0_701"/>
          <p:cNvGrpSpPr/>
          <p:nvPr/>
        </p:nvGrpSpPr>
        <p:grpSpPr>
          <a:xfrm>
            <a:off x="1107036" y="1588427"/>
            <a:ext cx="994316" cy="61102"/>
            <a:chOff x="4580561" y="2589004"/>
            <a:chExt cx="1064464" cy="25200"/>
          </a:xfrm>
        </p:grpSpPr>
        <p:sp>
          <p:nvSpPr>
            <p:cNvPr id="50" name="Google Shape;50;g38563ad1ab3_0_701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" name="Google Shape;51;g38563ad1ab3_0_701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52" name="Google Shape;52;g38563ad1ab3_0_701"/>
          <p:cNvSpPr txBox="1"/>
          <p:nvPr>
            <p:ph type="title"/>
          </p:nvPr>
        </p:nvSpPr>
        <p:spPr>
          <a:xfrm>
            <a:off x="973333" y="1758200"/>
            <a:ext cx="4401300" cy="18420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500"/>
              <a:buNone/>
              <a:defRPr sz="3500"/>
            </a:lvl1pPr>
            <a:lvl2pPr lvl="1">
              <a:spcBef>
                <a:spcPts val="0"/>
              </a:spcBef>
              <a:spcAft>
                <a:spcPts val="0"/>
              </a:spcAft>
              <a:buSzPts val="3500"/>
              <a:buNone/>
              <a:defRPr sz="3500"/>
            </a:lvl2pPr>
            <a:lvl3pPr lvl="2">
              <a:spcBef>
                <a:spcPts val="0"/>
              </a:spcBef>
              <a:spcAft>
                <a:spcPts val="0"/>
              </a:spcAft>
              <a:buSzPts val="3500"/>
              <a:buNone/>
              <a:defRPr sz="3500"/>
            </a:lvl3pPr>
            <a:lvl4pPr lvl="3">
              <a:spcBef>
                <a:spcPts val="0"/>
              </a:spcBef>
              <a:spcAft>
                <a:spcPts val="0"/>
              </a:spcAft>
              <a:buSzPts val="3500"/>
              <a:buNone/>
              <a:defRPr sz="3500"/>
            </a:lvl4pPr>
            <a:lvl5pPr lvl="4">
              <a:spcBef>
                <a:spcPts val="0"/>
              </a:spcBef>
              <a:spcAft>
                <a:spcPts val="0"/>
              </a:spcAft>
              <a:buSzPts val="3500"/>
              <a:buNone/>
              <a:defRPr sz="3500"/>
            </a:lvl5pPr>
            <a:lvl6pPr lvl="5">
              <a:spcBef>
                <a:spcPts val="0"/>
              </a:spcBef>
              <a:spcAft>
                <a:spcPts val="0"/>
              </a:spcAft>
              <a:buSzPts val="3500"/>
              <a:buNone/>
              <a:defRPr sz="3500"/>
            </a:lvl6pPr>
            <a:lvl7pPr lvl="6">
              <a:spcBef>
                <a:spcPts val="0"/>
              </a:spcBef>
              <a:spcAft>
                <a:spcPts val="0"/>
              </a:spcAft>
              <a:buSzPts val="3500"/>
              <a:buNone/>
              <a:defRPr sz="3500"/>
            </a:lvl7pPr>
            <a:lvl8pPr lvl="7">
              <a:spcBef>
                <a:spcPts val="0"/>
              </a:spcBef>
              <a:spcAft>
                <a:spcPts val="0"/>
              </a:spcAft>
              <a:buSzPts val="3500"/>
              <a:buNone/>
              <a:defRPr sz="3500"/>
            </a:lvl8pPr>
            <a:lvl9pPr lvl="8">
              <a:spcBef>
                <a:spcPts val="0"/>
              </a:spcBef>
              <a:spcAft>
                <a:spcPts val="0"/>
              </a:spcAft>
              <a:buSzPts val="3500"/>
              <a:buNone/>
              <a:defRPr sz="3500"/>
            </a:lvl9pPr>
          </a:lstStyle>
          <a:p/>
        </p:txBody>
      </p:sp>
      <p:sp>
        <p:nvSpPr>
          <p:cNvPr id="53" name="Google Shape;53;g38563ad1ab3_0_701"/>
          <p:cNvSpPr txBox="1"/>
          <p:nvPr>
            <p:ph idx="1" type="body"/>
          </p:nvPr>
        </p:nvSpPr>
        <p:spPr>
          <a:xfrm>
            <a:off x="961633" y="3708967"/>
            <a:ext cx="4401300" cy="21300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rmAutofit/>
          </a:bodyPr>
          <a:lstStyle>
            <a:lvl1pPr indent="-336550" lvl="0" marL="457200">
              <a:spcBef>
                <a:spcPts val="0"/>
              </a:spcBef>
              <a:spcAft>
                <a:spcPts val="0"/>
              </a:spcAft>
              <a:buSzPts val="1700"/>
              <a:buChar char="●"/>
              <a:defRPr/>
            </a:lvl1pPr>
            <a:lvl2pPr indent="-323850" lvl="1" marL="914400">
              <a:spcBef>
                <a:spcPts val="0"/>
              </a:spcBef>
              <a:spcAft>
                <a:spcPts val="0"/>
              </a:spcAft>
              <a:buSzPts val="1500"/>
              <a:buChar char="○"/>
              <a:defRPr/>
            </a:lvl2pPr>
            <a:lvl3pPr indent="-323850" lvl="2" marL="1371600">
              <a:spcBef>
                <a:spcPts val="0"/>
              </a:spcBef>
              <a:spcAft>
                <a:spcPts val="0"/>
              </a:spcAft>
              <a:buSzPts val="1500"/>
              <a:buChar char="■"/>
              <a:defRPr/>
            </a:lvl3pPr>
            <a:lvl4pPr indent="-323850" lvl="3" marL="1828800">
              <a:spcBef>
                <a:spcPts val="0"/>
              </a:spcBef>
              <a:spcAft>
                <a:spcPts val="0"/>
              </a:spcAft>
              <a:buSzPts val="1500"/>
              <a:buChar char="●"/>
              <a:defRPr/>
            </a:lvl4pPr>
            <a:lvl5pPr indent="-323850" lvl="4" marL="2286000">
              <a:spcBef>
                <a:spcPts val="0"/>
              </a:spcBef>
              <a:spcAft>
                <a:spcPts val="0"/>
              </a:spcAft>
              <a:buSzPts val="1500"/>
              <a:buChar char="○"/>
              <a:defRPr/>
            </a:lvl5pPr>
            <a:lvl6pPr indent="-323850" lvl="5" marL="2743200">
              <a:spcBef>
                <a:spcPts val="0"/>
              </a:spcBef>
              <a:spcAft>
                <a:spcPts val="0"/>
              </a:spcAft>
              <a:buSzPts val="1500"/>
              <a:buChar char="■"/>
              <a:defRPr/>
            </a:lvl6pPr>
            <a:lvl7pPr indent="-323850" lvl="6" marL="3200400">
              <a:spcBef>
                <a:spcPts val="0"/>
              </a:spcBef>
              <a:spcAft>
                <a:spcPts val="0"/>
              </a:spcAft>
              <a:buSzPts val="1500"/>
              <a:buChar char="●"/>
              <a:defRPr/>
            </a:lvl7pPr>
            <a:lvl8pPr indent="-323850" lvl="7" marL="3657600">
              <a:spcBef>
                <a:spcPts val="0"/>
              </a:spcBef>
              <a:spcAft>
                <a:spcPts val="0"/>
              </a:spcAft>
              <a:buSzPts val="1500"/>
              <a:buChar char="○"/>
              <a:defRPr/>
            </a:lvl8pPr>
            <a:lvl9pPr indent="-323850" lvl="8" marL="4114800">
              <a:spcBef>
                <a:spcPts val="0"/>
              </a:spcBef>
              <a:spcAft>
                <a:spcPts val="0"/>
              </a:spcAft>
              <a:buSzPts val="1500"/>
              <a:buChar char="■"/>
              <a:defRPr/>
            </a:lvl9pPr>
          </a:lstStyle>
          <a:p/>
        </p:txBody>
      </p:sp>
      <p:sp>
        <p:nvSpPr>
          <p:cNvPr id="54" name="Google Shape;54;g38563ad1ab3_0_701"/>
          <p:cNvSpPr txBox="1"/>
          <p:nvPr>
            <p:ph idx="12" type="sldNum"/>
          </p:nvPr>
        </p:nvSpPr>
        <p:spPr>
          <a:xfrm>
            <a:off x="11381736" y="6333134"/>
            <a:ext cx="731700" cy="524700"/>
          </a:xfrm>
          <a:prstGeom prst="rect">
            <a:avLst/>
          </a:prstGeom>
        </p:spPr>
        <p:txBody>
          <a:bodyPr anchorCtr="0" anchor="ctr" bIns="121900" lIns="121900" spcFirstLastPara="1" rIns="121900" wrap="square" tIns="12190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MX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bg>
      <p:bgPr>
        <a:solidFill>
          <a:schemeClr val="accent3"/>
        </a:solidFill>
      </p:bgPr>
    </p:bg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6" name="Google Shape;56;g38563ad1ab3_0_709"/>
          <p:cNvGrpSpPr/>
          <p:nvPr/>
        </p:nvGrpSpPr>
        <p:grpSpPr>
          <a:xfrm>
            <a:off x="1107036" y="5558926"/>
            <a:ext cx="994316" cy="61102"/>
            <a:chOff x="4580561" y="2589004"/>
            <a:chExt cx="1064464" cy="25200"/>
          </a:xfrm>
        </p:grpSpPr>
        <p:sp>
          <p:nvSpPr>
            <p:cNvPr id="57" name="Google Shape;57;g38563ad1ab3_0_709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" name="Google Shape;58;g38563ad1ab3_0_709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59" name="Google Shape;59;g38563ad1ab3_0_709"/>
          <p:cNvSpPr txBox="1"/>
          <p:nvPr>
            <p:ph type="title"/>
          </p:nvPr>
        </p:nvSpPr>
        <p:spPr>
          <a:xfrm>
            <a:off x="972600" y="1152400"/>
            <a:ext cx="9361500" cy="3980100"/>
          </a:xfrm>
          <a:prstGeom prst="rect">
            <a:avLst/>
          </a:prstGeom>
        </p:spPr>
        <p:txBody>
          <a:bodyPr anchorCtr="0" anchor="ctr" bIns="121900" lIns="121900" spcFirstLastPara="1" rIns="121900" wrap="square" tIns="12190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60" name="Google Shape;60;g38563ad1ab3_0_709"/>
          <p:cNvSpPr txBox="1"/>
          <p:nvPr>
            <p:ph idx="12" type="sldNum"/>
          </p:nvPr>
        </p:nvSpPr>
        <p:spPr>
          <a:xfrm>
            <a:off x="11381736" y="6333134"/>
            <a:ext cx="731700" cy="524700"/>
          </a:xfrm>
          <a:prstGeom prst="rect">
            <a:avLst/>
          </a:prstGeom>
        </p:spPr>
        <p:txBody>
          <a:bodyPr anchorCtr="0" anchor="ctr" bIns="121900" lIns="121900" spcFirstLastPara="1" rIns="121900" wrap="square" tIns="121900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MX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g38563ad1ab3_0_715"/>
          <p:cNvSpPr/>
          <p:nvPr/>
        </p:nvSpPr>
        <p:spPr>
          <a:xfrm>
            <a:off x="0" y="0"/>
            <a:ext cx="6096000" cy="6858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121900" lIns="121900" spcFirstLastPara="1" rIns="121900" wrap="square" tIns="1219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63" name="Google Shape;63;g38563ad1ab3_0_715"/>
          <p:cNvGrpSpPr/>
          <p:nvPr/>
        </p:nvGrpSpPr>
        <p:grpSpPr>
          <a:xfrm>
            <a:off x="1107036" y="1588427"/>
            <a:ext cx="994316" cy="61102"/>
            <a:chOff x="4580561" y="2589004"/>
            <a:chExt cx="1064464" cy="25200"/>
          </a:xfrm>
        </p:grpSpPr>
        <p:sp>
          <p:nvSpPr>
            <p:cNvPr id="64" name="Google Shape;64;g38563ad1ab3_0_715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" name="Google Shape;65;g38563ad1ab3_0_715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66" name="Google Shape;66;g38563ad1ab3_0_715"/>
          <p:cNvSpPr txBox="1"/>
          <p:nvPr>
            <p:ph type="title"/>
          </p:nvPr>
        </p:nvSpPr>
        <p:spPr>
          <a:xfrm>
            <a:off x="973333" y="1758200"/>
            <a:ext cx="4401300" cy="22497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500"/>
              <a:buNone/>
              <a:defRPr sz="3500"/>
            </a:lvl1pPr>
            <a:lvl2pPr lvl="1">
              <a:spcBef>
                <a:spcPts val="0"/>
              </a:spcBef>
              <a:spcAft>
                <a:spcPts val="0"/>
              </a:spcAft>
              <a:buSzPts val="3500"/>
              <a:buNone/>
              <a:defRPr sz="3500"/>
            </a:lvl2pPr>
            <a:lvl3pPr lvl="2">
              <a:spcBef>
                <a:spcPts val="0"/>
              </a:spcBef>
              <a:spcAft>
                <a:spcPts val="0"/>
              </a:spcAft>
              <a:buSzPts val="3500"/>
              <a:buNone/>
              <a:defRPr sz="3500"/>
            </a:lvl3pPr>
            <a:lvl4pPr lvl="3">
              <a:spcBef>
                <a:spcPts val="0"/>
              </a:spcBef>
              <a:spcAft>
                <a:spcPts val="0"/>
              </a:spcAft>
              <a:buSzPts val="3500"/>
              <a:buNone/>
              <a:defRPr sz="3500"/>
            </a:lvl4pPr>
            <a:lvl5pPr lvl="4">
              <a:spcBef>
                <a:spcPts val="0"/>
              </a:spcBef>
              <a:spcAft>
                <a:spcPts val="0"/>
              </a:spcAft>
              <a:buSzPts val="3500"/>
              <a:buNone/>
              <a:defRPr sz="3500"/>
            </a:lvl5pPr>
            <a:lvl6pPr lvl="5">
              <a:spcBef>
                <a:spcPts val="0"/>
              </a:spcBef>
              <a:spcAft>
                <a:spcPts val="0"/>
              </a:spcAft>
              <a:buSzPts val="3500"/>
              <a:buNone/>
              <a:defRPr sz="3500"/>
            </a:lvl6pPr>
            <a:lvl7pPr lvl="6">
              <a:spcBef>
                <a:spcPts val="0"/>
              </a:spcBef>
              <a:spcAft>
                <a:spcPts val="0"/>
              </a:spcAft>
              <a:buSzPts val="3500"/>
              <a:buNone/>
              <a:defRPr sz="3500"/>
            </a:lvl7pPr>
            <a:lvl8pPr lvl="7">
              <a:spcBef>
                <a:spcPts val="0"/>
              </a:spcBef>
              <a:spcAft>
                <a:spcPts val="0"/>
              </a:spcAft>
              <a:buSzPts val="3500"/>
              <a:buNone/>
              <a:defRPr sz="3500"/>
            </a:lvl8pPr>
            <a:lvl9pPr lvl="8">
              <a:spcBef>
                <a:spcPts val="0"/>
              </a:spcBef>
              <a:spcAft>
                <a:spcPts val="0"/>
              </a:spcAft>
              <a:buSzPts val="3500"/>
              <a:buNone/>
              <a:defRPr sz="3500"/>
            </a:lvl9pPr>
          </a:lstStyle>
          <a:p/>
        </p:txBody>
      </p:sp>
      <p:sp>
        <p:nvSpPr>
          <p:cNvPr id="67" name="Google Shape;67;g38563ad1ab3_0_715"/>
          <p:cNvSpPr txBox="1"/>
          <p:nvPr>
            <p:ph idx="1" type="subTitle"/>
          </p:nvPr>
        </p:nvSpPr>
        <p:spPr>
          <a:xfrm>
            <a:off x="966600" y="4215367"/>
            <a:ext cx="4401300" cy="10119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68" name="Google Shape;68;g38563ad1ab3_0_715"/>
          <p:cNvSpPr txBox="1"/>
          <p:nvPr>
            <p:ph idx="2" type="body"/>
          </p:nvPr>
        </p:nvSpPr>
        <p:spPr>
          <a:xfrm>
            <a:off x="6898967" y="1803500"/>
            <a:ext cx="4499100" cy="40341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rmAutofit/>
          </a:bodyPr>
          <a:lstStyle>
            <a:lvl1pPr indent="-336550" lvl="0" marL="457200">
              <a:spcBef>
                <a:spcPts val="0"/>
              </a:spcBef>
              <a:spcAft>
                <a:spcPts val="0"/>
              </a:spcAft>
              <a:buSzPts val="1700"/>
              <a:buChar char="●"/>
              <a:defRPr/>
            </a:lvl1pPr>
            <a:lvl2pPr indent="-323850" lvl="1" marL="914400">
              <a:spcBef>
                <a:spcPts val="0"/>
              </a:spcBef>
              <a:spcAft>
                <a:spcPts val="0"/>
              </a:spcAft>
              <a:buSzPts val="1500"/>
              <a:buChar char="○"/>
              <a:defRPr/>
            </a:lvl2pPr>
            <a:lvl3pPr indent="-323850" lvl="2" marL="1371600">
              <a:spcBef>
                <a:spcPts val="0"/>
              </a:spcBef>
              <a:spcAft>
                <a:spcPts val="0"/>
              </a:spcAft>
              <a:buSzPts val="1500"/>
              <a:buChar char="■"/>
              <a:defRPr/>
            </a:lvl3pPr>
            <a:lvl4pPr indent="-323850" lvl="3" marL="1828800">
              <a:spcBef>
                <a:spcPts val="0"/>
              </a:spcBef>
              <a:spcAft>
                <a:spcPts val="0"/>
              </a:spcAft>
              <a:buSzPts val="1500"/>
              <a:buChar char="●"/>
              <a:defRPr/>
            </a:lvl4pPr>
            <a:lvl5pPr indent="-323850" lvl="4" marL="2286000">
              <a:spcBef>
                <a:spcPts val="0"/>
              </a:spcBef>
              <a:spcAft>
                <a:spcPts val="0"/>
              </a:spcAft>
              <a:buSzPts val="1500"/>
              <a:buChar char="○"/>
              <a:defRPr/>
            </a:lvl5pPr>
            <a:lvl6pPr indent="-323850" lvl="5" marL="2743200">
              <a:spcBef>
                <a:spcPts val="0"/>
              </a:spcBef>
              <a:spcAft>
                <a:spcPts val="0"/>
              </a:spcAft>
              <a:buSzPts val="1500"/>
              <a:buChar char="■"/>
              <a:defRPr/>
            </a:lvl6pPr>
            <a:lvl7pPr indent="-323850" lvl="6" marL="3200400">
              <a:spcBef>
                <a:spcPts val="0"/>
              </a:spcBef>
              <a:spcAft>
                <a:spcPts val="0"/>
              </a:spcAft>
              <a:buSzPts val="1500"/>
              <a:buChar char="●"/>
              <a:defRPr/>
            </a:lvl7pPr>
            <a:lvl8pPr indent="-323850" lvl="7" marL="3657600">
              <a:spcBef>
                <a:spcPts val="0"/>
              </a:spcBef>
              <a:spcAft>
                <a:spcPts val="0"/>
              </a:spcAft>
              <a:buSzPts val="1500"/>
              <a:buChar char="○"/>
              <a:defRPr/>
            </a:lvl8pPr>
            <a:lvl9pPr indent="-323850" lvl="8" marL="4114800">
              <a:spcBef>
                <a:spcPts val="0"/>
              </a:spcBef>
              <a:spcAft>
                <a:spcPts val="0"/>
              </a:spcAft>
              <a:buSzPts val="1500"/>
              <a:buChar char="■"/>
              <a:defRPr/>
            </a:lvl9pPr>
          </a:lstStyle>
          <a:p/>
        </p:txBody>
      </p:sp>
      <p:sp>
        <p:nvSpPr>
          <p:cNvPr id="69" name="Google Shape;69;g38563ad1ab3_0_715"/>
          <p:cNvSpPr txBox="1"/>
          <p:nvPr>
            <p:ph idx="12" type="sldNum"/>
          </p:nvPr>
        </p:nvSpPr>
        <p:spPr>
          <a:xfrm>
            <a:off x="11381736" y="6333134"/>
            <a:ext cx="731700" cy="524700"/>
          </a:xfrm>
          <a:prstGeom prst="rect">
            <a:avLst/>
          </a:prstGeom>
        </p:spPr>
        <p:txBody>
          <a:bodyPr anchorCtr="0" anchor="ctr" bIns="121900" lIns="121900" spcFirstLastPara="1" rIns="121900" wrap="square" tIns="12190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MX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g38563ad1ab3_0_724"/>
          <p:cNvSpPr txBox="1"/>
          <p:nvPr>
            <p:ph idx="1" type="body"/>
          </p:nvPr>
        </p:nvSpPr>
        <p:spPr>
          <a:xfrm>
            <a:off x="966600" y="5830068"/>
            <a:ext cx="10263300" cy="614100"/>
          </a:xfrm>
          <a:prstGeom prst="rect">
            <a:avLst/>
          </a:prstGeom>
        </p:spPr>
        <p:txBody>
          <a:bodyPr anchorCtr="0" anchor="ctr" bIns="121900" lIns="121900" spcFirstLastPara="1" rIns="121900" wrap="square" tIns="121900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1pPr>
          </a:lstStyle>
          <a:p/>
        </p:txBody>
      </p:sp>
      <p:sp>
        <p:nvSpPr>
          <p:cNvPr id="72" name="Google Shape;72;g38563ad1ab3_0_724"/>
          <p:cNvSpPr txBox="1"/>
          <p:nvPr>
            <p:ph idx="12" type="sldNum"/>
          </p:nvPr>
        </p:nvSpPr>
        <p:spPr>
          <a:xfrm>
            <a:off x="11381736" y="6333134"/>
            <a:ext cx="731700" cy="524700"/>
          </a:xfrm>
          <a:prstGeom prst="rect">
            <a:avLst/>
          </a:prstGeom>
        </p:spPr>
        <p:txBody>
          <a:bodyPr anchorCtr="0" anchor="ctr" bIns="121900" lIns="121900" spcFirstLastPara="1" rIns="121900" wrap="square" tIns="12190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MX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bg>
      <p:bgPr>
        <a:solidFill>
          <a:schemeClr val="dk1"/>
        </a:solidFill>
      </p:bgPr>
    </p:bg>
    <p:spTree>
      <p:nvGrpSpPr>
        <p:cNvPr id="73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4" name="Google Shape;74;g38563ad1ab3_0_727"/>
          <p:cNvGrpSpPr/>
          <p:nvPr/>
        </p:nvGrpSpPr>
        <p:grpSpPr>
          <a:xfrm>
            <a:off x="1107036" y="5558926"/>
            <a:ext cx="994316" cy="61102"/>
            <a:chOff x="4580561" y="2589004"/>
            <a:chExt cx="1064464" cy="25200"/>
          </a:xfrm>
        </p:grpSpPr>
        <p:sp>
          <p:nvSpPr>
            <p:cNvPr id="75" name="Google Shape;75;g38563ad1ab3_0_727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" name="Google Shape;76;g38563ad1ab3_0_727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77" name="Google Shape;77;g38563ad1ab3_0_727"/>
          <p:cNvSpPr txBox="1"/>
          <p:nvPr>
            <p:ph hasCustomPrompt="1" type="title"/>
          </p:nvPr>
        </p:nvSpPr>
        <p:spPr>
          <a:xfrm>
            <a:off x="972600" y="978600"/>
            <a:ext cx="10251300" cy="16596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700"/>
              <a:buNone/>
              <a:defRPr sz="107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700"/>
              <a:buNone/>
              <a:defRPr sz="107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700"/>
              <a:buNone/>
              <a:defRPr sz="107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700"/>
              <a:buNone/>
              <a:defRPr sz="107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700"/>
              <a:buNone/>
              <a:defRPr sz="107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700"/>
              <a:buNone/>
              <a:defRPr sz="107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700"/>
              <a:buNone/>
              <a:defRPr sz="107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700"/>
              <a:buNone/>
              <a:defRPr sz="107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700"/>
              <a:buNone/>
              <a:defRPr sz="107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78" name="Google Shape;78;g38563ad1ab3_0_727"/>
          <p:cNvSpPr txBox="1"/>
          <p:nvPr>
            <p:ph idx="1" type="body"/>
          </p:nvPr>
        </p:nvSpPr>
        <p:spPr>
          <a:xfrm>
            <a:off x="972600" y="3030517"/>
            <a:ext cx="10251300" cy="21072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rmAutofit/>
          </a:bodyPr>
          <a:lstStyle>
            <a:lvl1pPr indent="-33655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Char char="●"/>
              <a:defRPr>
                <a:solidFill>
                  <a:schemeClr val="lt1"/>
                </a:solidFill>
              </a:defRPr>
            </a:lvl1pPr>
            <a:lvl2pPr indent="-32385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Char char="○"/>
              <a:defRPr>
                <a:solidFill>
                  <a:schemeClr val="lt1"/>
                </a:solidFill>
              </a:defRPr>
            </a:lvl2pPr>
            <a:lvl3pPr indent="-32385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Char char="■"/>
              <a:defRPr>
                <a:solidFill>
                  <a:schemeClr val="lt1"/>
                </a:solidFill>
              </a:defRPr>
            </a:lvl3pPr>
            <a:lvl4pPr indent="-32385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Char char="●"/>
              <a:defRPr>
                <a:solidFill>
                  <a:schemeClr val="lt1"/>
                </a:solidFill>
              </a:defRPr>
            </a:lvl4pPr>
            <a:lvl5pPr indent="-32385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Char char="○"/>
              <a:defRPr>
                <a:solidFill>
                  <a:schemeClr val="lt1"/>
                </a:solidFill>
              </a:defRPr>
            </a:lvl5pPr>
            <a:lvl6pPr indent="-32385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Char char="■"/>
              <a:defRPr>
                <a:solidFill>
                  <a:schemeClr val="lt1"/>
                </a:solidFill>
              </a:defRPr>
            </a:lvl6pPr>
            <a:lvl7pPr indent="-32385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Char char="●"/>
              <a:defRPr>
                <a:solidFill>
                  <a:schemeClr val="lt1"/>
                </a:solidFill>
              </a:defRPr>
            </a:lvl7pPr>
            <a:lvl8pPr indent="-32385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Char char="○"/>
              <a:defRPr>
                <a:solidFill>
                  <a:schemeClr val="lt1"/>
                </a:solidFill>
              </a:defRPr>
            </a:lvl8pPr>
            <a:lvl9pPr indent="-32385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79" name="Google Shape;79;g38563ad1ab3_0_727"/>
          <p:cNvSpPr txBox="1"/>
          <p:nvPr>
            <p:ph idx="12" type="sldNum"/>
          </p:nvPr>
        </p:nvSpPr>
        <p:spPr>
          <a:xfrm>
            <a:off x="11381736" y="6333134"/>
            <a:ext cx="731700" cy="524700"/>
          </a:xfrm>
          <a:prstGeom prst="rect">
            <a:avLst/>
          </a:prstGeom>
        </p:spPr>
        <p:txBody>
          <a:bodyPr anchorCtr="0" anchor="ctr" bIns="121900" lIns="121900" spcFirstLastPara="1" rIns="121900" wrap="square" tIns="121900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MX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8563ad1ab3_0_734"/>
          <p:cNvSpPr txBox="1"/>
          <p:nvPr>
            <p:ph idx="12" type="sldNum"/>
          </p:nvPr>
        </p:nvSpPr>
        <p:spPr>
          <a:xfrm>
            <a:off x="11381736" y="6333134"/>
            <a:ext cx="731700" cy="524700"/>
          </a:xfrm>
          <a:prstGeom prst="rect">
            <a:avLst/>
          </a:prstGeom>
        </p:spPr>
        <p:txBody>
          <a:bodyPr anchorCtr="0" anchor="ctr" bIns="121900" lIns="121900" spcFirstLastPara="1" rIns="121900" wrap="square" tIns="12190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MX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treamline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g38563ad1ab3_0_659"/>
          <p:cNvSpPr txBox="1"/>
          <p:nvPr>
            <p:ph type="title"/>
          </p:nvPr>
        </p:nvSpPr>
        <p:spPr>
          <a:xfrm>
            <a:off x="415600" y="593367"/>
            <a:ext cx="11360700" cy="763500"/>
          </a:xfrm>
          <a:prstGeom prst="rect">
            <a:avLst/>
          </a:prstGeom>
          <a:noFill/>
          <a:ln>
            <a:noFill/>
          </a:ln>
        </p:spPr>
        <p:txBody>
          <a:bodyPr anchorCtr="0" anchor="t" bIns="121900" lIns="121900" spcFirstLastPara="1" rIns="121900" wrap="square" tIns="12190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700"/>
              <a:buFont typeface="Raleway"/>
              <a:buNone/>
              <a:defRPr b="1" sz="3700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700"/>
              <a:buFont typeface="Raleway"/>
              <a:buNone/>
              <a:defRPr b="1" sz="3700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700"/>
              <a:buFont typeface="Raleway"/>
              <a:buNone/>
              <a:defRPr b="1" sz="3700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700"/>
              <a:buFont typeface="Raleway"/>
              <a:buNone/>
              <a:defRPr b="1" sz="3700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700"/>
              <a:buFont typeface="Raleway"/>
              <a:buNone/>
              <a:defRPr b="1" sz="3700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700"/>
              <a:buFont typeface="Raleway"/>
              <a:buNone/>
              <a:defRPr b="1" sz="3700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700"/>
              <a:buFont typeface="Raleway"/>
              <a:buNone/>
              <a:defRPr b="1" sz="3700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700"/>
              <a:buFont typeface="Raleway"/>
              <a:buNone/>
              <a:defRPr b="1" sz="3700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700"/>
              <a:buFont typeface="Raleway"/>
              <a:buNone/>
              <a:defRPr b="1" sz="3700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/>
        </p:txBody>
      </p:sp>
      <p:sp>
        <p:nvSpPr>
          <p:cNvPr id="7" name="Google Shape;7;g38563ad1ab3_0_659"/>
          <p:cNvSpPr txBox="1"/>
          <p:nvPr>
            <p:ph idx="1" type="body"/>
          </p:nvPr>
        </p:nvSpPr>
        <p:spPr>
          <a:xfrm>
            <a:off x="415600" y="1536633"/>
            <a:ext cx="11360700" cy="4555200"/>
          </a:xfrm>
          <a:prstGeom prst="rect">
            <a:avLst/>
          </a:prstGeom>
          <a:noFill/>
          <a:ln>
            <a:noFill/>
          </a:ln>
        </p:spPr>
        <p:txBody>
          <a:bodyPr anchorCtr="0" anchor="t" bIns="121900" lIns="121900" spcFirstLastPara="1" rIns="121900" wrap="square" tIns="121900">
            <a:normAutofit/>
          </a:bodyPr>
          <a:lstStyle>
            <a:lvl1pPr indent="-33655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700"/>
              <a:buFont typeface="Lato"/>
              <a:buChar char="●"/>
              <a:defRPr sz="17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1pPr>
            <a:lvl2pPr indent="-32385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Font typeface="Lato"/>
              <a:buChar char="○"/>
              <a:defRPr sz="15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2pPr>
            <a:lvl3pPr indent="-32385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Font typeface="Lato"/>
              <a:buChar char="■"/>
              <a:defRPr sz="15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3pPr>
            <a:lvl4pPr indent="-32385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Font typeface="Lato"/>
              <a:buChar char="●"/>
              <a:defRPr sz="15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4pPr>
            <a:lvl5pPr indent="-32385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Font typeface="Lato"/>
              <a:buChar char="○"/>
              <a:defRPr sz="15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5pPr>
            <a:lvl6pPr indent="-32385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Font typeface="Lato"/>
              <a:buChar char="■"/>
              <a:defRPr sz="15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6pPr>
            <a:lvl7pPr indent="-32385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Font typeface="Lato"/>
              <a:buChar char="●"/>
              <a:defRPr sz="15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7pPr>
            <a:lvl8pPr indent="-32385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Font typeface="Lato"/>
              <a:buChar char="○"/>
              <a:defRPr sz="15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8pPr>
            <a:lvl9pPr indent="-32385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Font typeface="Lato"/>
              <a:buChar char="■"/>
              <a:defRPr sz="15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/>
        </p:txBody>
      </p:sp>
      <p:sp>
        <p:nvSpPr>
          <p:cNvPr id="8" name="Google Shape;8;g38563ad1ab3_0_659"/>
          <p:cNvSpPr txBox="1"/>
          <p:nvPr>
            <p:ph idx="12" type="sldNum"/>
          </p:nvPr>
        </p:nvSpPr>
        <p:spPr>
          <a:xfrm>
            <a:off x="11381736" y="6333134"/>
            <a:ext cx="731700" cy="52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21900" lIns="121900" spcFirstLastPara="1" rIns="121900" wrap="square" tIns="121900">
            <a:normAutofit/>
          </a:bodyPr>
          <a:lstStyle>
            <a:lvl1pPr lvl="0" algn="r">
              <a:buNone/>
              <a:defRPr sz="13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1pPr>
            <a:lvl2pPr lvl="1" algn="r">
              <a:buNone/>
              <a:defRPr sz="13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2pPr>
            <a:lvl3pPr lvl="2" algn="r">
              <a:buNone/>
              <a:defRPr sz="13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3pPr>
            <a:lvl4pPr lvl="3" algn="r">
              <a:buNone/>
              <a:defRPr sz="13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4pPr>
            <a:lvl5pPr lvl="4" algn="r">
              <a:buNone/>
              <a:defRPr sz="13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5pPr>
            <a:lvl6pPr lvl="5" algn="r">
              <a:buNone/>
              <a:defRPr sz="13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6pPr>
            <a:lvl7pPr lvl="6" algn="r">
              <a:buNone/>
              <a:defRPr sz="13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7pPr>
            <a:lvl8pPr lvl="7" algn="r">
              <a:buNone/>
              <a:defRPr sz="13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8pPr>
            <a:lvl9pPr lvl="8" algn="r">
              <a:buNone/>
              <a:defRPr sz="13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MX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ransition spd="slow">
    <p:wipe dir="l"/>
  </p:transition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.jp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.jpg"/><Relationship Id="rId4" Type="http://schemas.openxmlformats.org/officeDocument/2006/relationships/image" Target="../media/image1.png"/><Relationship Id="rId5" Type="http://schemas.openxmlformats.org/officeDocument/2006/relationships/image" Target="../media/image2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jp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jp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jpg"/><Relationship Id="rId4" Type="http://schemas.openxmlformats.org/officeDocument/2006/relationships/image" Target="../media/image5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jpg"/><Relationship Id="rId4" Type="http://schemas.openxmlformats.org/officeDocument/2006/relationships/hyperlink" Target="https://nutricombat.atlassian.net/projects/SCRUM/versions/10001/tab/release-report-all-issues?sortBy=PRIORITY&amp;sortOrder=DESC" TargetMode="External"/><Relationship Id="rId5" Type="http://schemas.openxmlformats.org/officeDocument/2006/relationships/image" Target="../media/image6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jpg"/><Relationship Id="rId4" Type="http://schemas.openxmlformats.org/officeDocument/2006/relationships/hyperlink" Target="https://nutricombat.atlassian.net/projects/SCRUM/versions/10002/tab/release-report-all-issues?sortBy=ASSIGNEE" TargetMode="External"/><Relationship Id="rId5" Type="http://schemas.openxmlformats.org/officeDocument/2006/relationships/image" Target="../media/image7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jpg"/><Relationship Id="rId4" Type="http://schemas.openxmlformats.org/officeDocument/2006/relationships/image" Target="../media/image8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3.jp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jp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3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3.jp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EscuelaIT Duoc UC - Escuela de Informática y Telecomunicaciones Duoc UC - Duoc  UC | LinkedIn" id="86" name="Google Shape;86;p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87" name="Google Shape;87;p1"/>
          <p:cNvSpPr txBox="1"/>
          <p:nvPr/>
        </p:nvSpPr>
        <p:spPr>
          <a:xfrm>
            <a:off x="1" y="2707792"/>
            <a:ext cx="12192000" cy="1139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s-MX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PROYECTO “</a:t>
            </a:r>
            <a:r>
              <a:rPr lang="es-MX" sz="4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NutriCombat</a:t>
            </a:r>
            <a:r>
              <a:rPr b="0" i="0" lang="es-MX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”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s-MX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PRESENTACIÓN FINAL CAPSTONE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ransition spd="slow">
    <p:wipe dir="l"/>
  </p:transition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EscuelaIT Duoc UC - Escuela de Informática y Telecomunicaciones Duoc UC - Duoc  UC | LinkedIn" id="92" name="Google Shape;92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93" name="Google Shape;93;p2"/>
          <p:cNvSpPr txBox="1"/>
          <p:nvPr/>
        </p:nvSpPr>
        <p:spPr>
          <a:xfrm>
            <a:off x="136188" y="368928"/>
            <a:ext cx="12191999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s-MX" sz="1800" u="none" cap="none" strike="noStrike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PROYECTO “</a:t>
            </a:r>
            <a:r>
              <a:rPr lang="es-MX" sz="1800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NUTRICOMBAT</a:t>
            </a:r>
            <a:r>
              <a:rPr b="0" i="0" lang="es-MX" sz="1800" u="none" cap="none" strike="noStrike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”</a:t>
            </a:r>
            <a:endParaRPr/>
          </a:p>
        </p:txBody>
      </p:sp>
      <p:sp>
        <p:nvSpPr>
          <p:cNvPr id="94" name="Google Shape;94;p2"/>
          <p:cNvSpPr txBox="1"/>
          <p:nvPr/>
        </p:nvSpPr>
        <p:spPr>
          <a:xfrm>
            <a:off x="238327" y="3058616"/>
            <a:ext cx="3609000" cy="1200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3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INTEGRANTES DEL PROYECTO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95" name="Google Shape;95;p2"/>
          <p:cNvCxnSpPr/>
          <p:nvPr/>
        </p:nvCxnSpPr>
        <p:spPr>
          <a:xfrm>
            <a:off x="0" y="758027"/>
            <a:ext cx="4085617" cy="0"/>
          </a:xfrm>
          <a:prstGeom prst="straightConnector1">
            <a:avLst/>
          </a:prstGeom>
          <a:noFill/>
          <a:ln cap="flat" cmpd="sng" w="15875">
            <a:solidFill>
              <a:srgbClr val="F5F7FC"/>
            </a:solidFill>
            <a:prstDash val="solid"/>
            <a:miter lim="800000"/>
            <a:headEnd len="sm" w="sm" type="none"/>
            <a:tailEnd len="sm" w="sm" type="none"/>
          </a:ln>
        </p:spPr>
      </p:cxnSp>
      <p:grpSp>
        <p:nvGrpSpPr>
          <p:cNvPr id="96" name="Google Shape;96;p2"/>
          <p:cNvGrpSpPr/>
          <p:nvPr/>
        </p:nvGrpSpPr>
        <p:grpSpPr>
          <a:xfrm>
            <a:off x="4085625" y="781675"/>
            <a:ext cx="7633500" cy="2747730"/>
            <a:chOff x="4085625" y="814925"/>
            <a:chExt cx="7633500" cy="3175098"/>
          </a:xfrm>
        </p:grpSpPr>
        <p:sp>
          <p:nvSpPr>
            <p:cNvPr id="97" name="Google Shape;97;p2"/>
            <p:cNvSpPr/>
            <p:nvPr/>
          </p:nvSpPr>
          <p:spPr>
            <a:xfrm>
              <a:off x="4085625" y="864323"/>
              <a:ext cx="7633500" cy="3125700"/>
            </a:xfrm>
            <a:prstGeom prst="roundRect">
              <a:avLst>
                <a:gd fmla="val 10000" name="adj"/>
              </a:avLst>
            </a:prstGeom>
            <a:gradFill>
              <a:gsLst>
                <a:gs pos="0">
                  <a:srgbClr val="6EA5DA"/>
                </a:gs>
                <a:gs pos="50000">
                  <a:srgbClr val="529BDA"/>
                </a:gs>
                <a:gs pos="100000">
                  <a:srgbClr val="4188C8"/>
                </a:gs>
              </a:gsLst>
              <a:lin ang="5400012" scaled="0"/>
            </a:gradFill>
            <a:ln>
              <a:noFill/>
            </a:ln>
            <a:effectLst>
              <a:outerShdw blurRad="57150" rotWithShape="0" algn="ctr" dir="5400000" dist="19050">
                <a:srgbClr val="000000">
                  <a:alpha val="62750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8" name="Google Shape;98;p2"/>
            <p:cNvSpPr txBox="1"/>
            <p:nvPr/>
          </p:nvSpPr>
          <p:spPr>
            <a:xfrm>
              <a:off x="5680300" y="814925"/>
              <a:ext cx="5970900" cy="1611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9050" lIns="99050" spcFirstLastPara="1" rIns="99050" wrap="square" tIns="99050">
              <a:noAutofit/>
            </a:bodyPr>
            <a:lstStyle/>
            <a:p>
              <a:pPr indent="0" lvl="0" marL="0" marR="0" rtl="0"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2600"/>
                <a:buFont typeface="Calibri"/>
                <a:buNone/>
              </a:pPr>
              <a:r>
                <a:rPr lang="es-MX" sz="23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Fabián Muñoz</a:t>
              </a:r>
              <a:endParaRPr b="0" i="0" sz="23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-184150" lvl="1" marL="228600" marR="0" rtl="0" algn="l">
                <a:lnSpc>
                  <a:spcPct val="90000"/>
                </a:lnSpc>
                <a:spcBef>
                  <a:spcPts val="910"/>
                </a:spcBef>
                <a:spcAft>
                  <a:spcPts val="0"/>
                </a:spcAft>
                <a:buClr>
                  <a:schemeClr val="lt1"/>
                </a:buClr>
                <a:buSzPts val="1300"/>
                <a:buFont typeface="Calibri"/>
                <a:buChar char="•"/>
              </a:pPr>
              <a:r>
                <a:rPr lang="es-MX" sz="13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Full Stack </a:t>
              </a:r>
              <a:r>
                <a:rPr lang="es-MX" sz="13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Developer (</a:t>
              </a:r>
              <a:r>
                <a:rPr lang="es-MX" sz="13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Frontend Focus)</a:t>
              </a:r>
              <a:endParaRPr sz="13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-311150" lvl="0" marL="457200" rtl="0" algn="l">
                <a:lnSpc>
                  <a:spcPct val="90000"/>
                </a:lnSpc>
                <a:spcBef>
                  <a:spcPts val="300"/>
                </a:spcBef>
                <a:spcAft>
                  <a:spcPts val="0"/>
                </a:spcAft>
                <a:buClr>
                  <a:schemeClr val="lt1"/>
                </a:buClr>
                <a:buSzPts val="1300"/>
                <a:buFont typeface="Calibri"/>
                <a:buChar char="●"/>
              </a:pPr>
              <a:r>
                <a:rPr lang="es-MX" sz="13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Funciones desempeñadas:</a:t>
              </a:r>
              <a:endParaRPr sz="13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-311150" lvl="1" marL="914400" rtl="0" algn="l">
                <a:lnSpc>
                  <a:spcPct val="90000"/>
                </a:lnSpc>
                <a:spcBef>
                  <a:spcPts val="300"/>
                </a:spcBef>
                <a:spcAft>
                  <a:spcPts val="0"/>
                </a:spcAft>
                <a:buClr>
                  <a:schemeClr val="lt1"/>
                </a:buClr>
                <a:buSzPts val="1300"/>
                <a:buFont typeface="Calibri"/>
                <a:buChar char="•"/>
              </a:pPr>
              <a:r>
                <a:rPr lang="es-MX" sz="13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Desarrollo frontend móvil (React Native)</a:t>
              </a:r>
              <a:endParaRPr sz="13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-311150" lvl="1" marL="914400" rtl="0" algn="l">
                <a:lnSpc>
                  <a:spcPct val="90000"/>
                </a:lnSpc>
                <a:spcBef>
                  <a:spcPts val="300"/>
                </a:spcBef>
                <a:spcAft>
                  <a:spcPts val="0"/>
                </a:spcAft>
                <a:buClr>
                  <a:schemeClr val="lt1"/>
                </a:buClr>
                <a:buSzPts val="1300"/>
                <a:buFont typeface="Calibri"/>
                <a:buChar char="•"/>
              </a:pPr>
              <a:r>
                <a:rPr lang="es-MX" sz="13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Integración con APIs externas (Gemini API)</a:t>
              </a:r>
              <a:endParaRPr sz="13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-311150" lvl="1" marL="914400" rtl="0" algn="l">
                <a:lnSpc>
                  <a:spcPct val="90000"/>
                </a:lnSpc>
                <a:spcBef>
                  <a:spcPts val="300"/>
                </a:spcBef>
                <a:spcAft>
                  <a:spcPts val="0"/>
                </a:spcAft>
                <a:buClr>
                  <a:schemeClr val="lt1"/>
                </a:buClr>
                <a:buSzPts val="1300"/>
                <a:buFont typeface="Calibri"/>
                <a:buChar char="•"/>
              </a:pPr>
              <a:r>
                <a:rPr lang="es-MX" sz="13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Diseño UI/UX e implementación de mockups</a:t>
              </a:r>
              <a:endParaRPr sz="13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-311150" lvl="1" marL="914400" rtl="0" algn="l">
                <a:lnSpc>
                  <a:spcPct val="90000"/>
                </a:lnSpc>
                <a:spcBef>
                  <a:spcPts val="300"/>
                </a:spcBef>
                <a:spcAft>
                  <a:spcPts val="0"/>
                </a:spcAft>
                <a:buClr>
                  <a:schemeClr val="lt1"/>
                </a:buClr>
                <a:buSzPts val="1300"/>
                <a:buFont typeface="Calibri"/>
                <a:buChar char="•"/>
              </a:pPr>
              <a:r>
                <a:rPr lang="es-MX" sz="13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Testing y control de calidad frontend</a:t>
              </a:r>
              <a:endParaRPr sz="13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-311150" lvl="1" marL="914400" rtl="0" algn="l">
                <a:lnSpc>
                  <a:spcPct val="90000"/>
                </a:lnSpc>
                <a:spcBef>
                  <a:spcPts val="300"/>
                </a:spcBef>
                <a:spcAft>
                  <a:spcPts val="0"/>
                </a:spcAft>
                <a:buClr>
                  <a:schemeClr val="lt1"/>
                </a:buClr>
                <a:buSzPts val="1300"/>
                <a:buFont typeface="Calibri"/>
                <a:buChar char="•"/>
              </a:pPr>
              <a:r>
                <a:rPr lang="es-MX" sz="13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Configuración de monitoreo</a:t>
              </a:r>
              <a:endParaRPr sz="13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-311150" lvl="1" marL="914400" rtl="0" algn="l">
                <a:lnSpc>
                  <a:spcPct val="90000"/>
                </a:lnSpc>
                <a:spcBef>
                  <a:spcPts val="300"/>
                </a:spcBef>
                <a:spcAft>
                  <a:spcPts val="0"/>
                </a:spcAft>
                <a:buClr>
                  <a:schemeClr val="lt1"/>
                </a:buClr>
                <a:buSzPts val="1300"/>
                <a:buFont typeface="Calibri"/>
                <a:buChar char="•"/>
              </a:pPr>
              <a:r>
                <a:rPr lang="es-MX" sz="13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Validación del producto</a:t>
              </a:r>
              <a:endParaRPr sz="13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-311150" lvl="1" marL="914400" rtl="0" algn="l">
                <a:lnSpc>
                  <a:spcPct val="90000"/>
                </a:lnSpc>
                <a:spcBef>
                  <a:spcPts val="300"/>
                </a:spcBef>
                <a:spcAft>
                  <a:spcPts val="0"/>
                </a:spcAft>
                <a:buClr>
                  <a:schemeClr val="lt1"/>
                </a:buClr>
                <a:buSzPts val="1300"/>
                <a:buFont typeface="Calibri"/>
                <a:buChar char="•"/>
              </a:pPr>
              <a:r>
                <a:rPr lang="es-MX" sz="13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Coordinación de sprints y seguimiento de progreso</a:t>
              </a:r>
              <a:endParaRPr sz="13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9" name="Google Shape;99;p2"/>
            <p:cNvSpPr/>
            <p:nvPr/>
          </p:nvSpPr>
          <p:spPr>
            <a:xfrm>
              <a:off x="4153605" y="1339033"/>
              <a:ext cx="1526700" cy="1087500"/>
            </a:xfrm>
            <a:prstGeom prst="roundRect">
              <a:avLst>
                <a:gd fmla="val 10000" name="adj"/>
              </a:avLst>
            </a:prstGeom>
            <a:solidFill>
              <a:srgbClr val="C3D4EB"/>
            </a:solidFill>
            <a:ln>
              <a:noFill/>
            </a:ln>
            <a:effectLst>
              <a:outerShdw blurRad="57150" rotWithShape="0" algn="ctr" dir="5400000" dist="19050">
                <a:srgbClr val="000000">
                  <a:alpha val="62750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100" name="Google Shape;100;p2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>
              <a:off x="4450225" y="1400973"/>
              <a:ext cx="1008425" cy="1008425"/>
            </a:xfrm>
            <a:prstGeom prst="rect">
              <a:avLst/>
            </a:prstGeom>
            <a:solidFill>
              <a:srgbClr val="C3D4EB"/>
            </a:solidFill>
            <a:ln>
              <a:noFill/>
            </a:ln>
            <a:effectLst>
              <a:outerShdw blurRad="57150" rotWithShape="0" algn="ctr" dir="5400000" dist="19050">
                <a:srgbClr val="000000">
                  <a:alpha val="62750"/>
                </a:srgbClr>
              </a:outerShdw>
            </a:effectLst>
          </p:spPr>
        </p:pic>
      </p:grpSp>
      <p:grpSp>
        <p:nvGrpSpPr>
          <p:cNvPr id="101" name="Google Shape;101;p2"/>
          <p:cNvGrpSpPr/>
          <p:nvPr/>
        </p:nvGrpSpPr>
        <p:grpSpPr>
          <a:xfrm>
            <a:off x="4085625" y="4118220"/>
            <a:ext cx="7741817" cy="2567412"/>
            <a:chOff x="4085625" y="4701864"/>
            <a:chExt cx="7741817" cy="2755621"/>
          </a:xfrm>
        </p:grpSpPr>
        <p:sp>
          <p:nvSpPr>
            <p:cNvPr id="102" name="Google Shape;102;p2"/>
            <p:cNvSpPr/>
            <p:nvPr/>
          </p:nvSpPr>
          <p:spPr>
            <a:xfrm>
              <a:off x="4085625" y="4852885"/>
              <a:ext cx="7633500" cy="2604600"/>
            </a:xfrm>
            <a:prstGeom prst="roundRect">
              <a:avLst>
                <a:gd fmla="val 10000" name="adj"/>
              </a:avLst>
            </a:prstGeom>
            <a:gradFill>
              <a:gsLst>
                <a:gs pos="0">
                  <a:srgbClr val="6EA5DA"/>
                </a:gs>
                <a:gs pos="50000">
                  <a:srgbClr val="529BDA"/>
                </a:gs>
                <a:gs pos="100000">
                  <a:srgbClr val="4188C8"/>
                </a:gs>
              </a:gsLst>
              <a:lin ang="5400012" scaled="0"/>
            </a:gradFill>
            <a:ln>
              <a:noFill/>
            </a:ln>
            <a:effectLst>
              <a:outerShdw blurRad="57150" rotWithShape="0" algn="ctr" dir="5400000" dist="19050">
                <a:srgbClr val="000000">
                  <a:alpha val="62750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3" name="Google Shape;103;p2"/>
            <p:cNvSpPr/>
            <p:nvPr/>
          </p:nvSpPr>
          <p:spPr>
            <a:xfrm>
              <a:off x="4230430" y="5535936"/>
              <a:ext cx="1526700" cy="1087500"/>
            </a:xfrm>
            <a:prstGeom prst="roundRect">
              <a:avLst>
                <a:gd fmla="val 10000" name="adj"/>
              </a:avLst>
            </a:prstGeom>
            <a:solidFill>
              <a:srgbClr val="C3D4EB"/>
            </a:solidFill>
            <a:ln>
              <a:noFill/>
            </a:ln>
            <a:effectLst>
              <a:outerShdw blurRad="57150" rotWithShape="0" algn="ctr" dir="5400000" dist="19050">
                <a:srgbClr val="000000">
                  <a:alpha val="62750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104" name="Google Shape;104;p2"/>
            <p:cNvPicPr preferRelativeResize="0"/>
            <p:nvPr/>
          </p:nvPicPr>
          <p:blipFill>
            <a:blip r:embed="rId5">
              <a:alphaModFix/>
            </a:blip>
            <a:stretch>
              <a:fillRect/>
            </a:stretch>
          </p:blipFill>
          <p:spPr>
            <a:xfrm>
              <a:off x="4517525" y="5603423"/>
              <a:ext cx="952500" cy="9525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05" name="Google Shape;105;p2"/>
            <p:cNvSpPr txBox="1"/>
            <p:nvPr/>
          </p:nvSpPr>
          <p:spPr>
            <a:xfrm>
              <a:off x="5856542" y="4701864"/>
              <a:ext cx="5970900" cy="1611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9050" lIns="99050" spcFirstLastPara="1" rIns="99050" wrap="square" tIns="99050">
              <a:noAutofit/>
            </a:bodyPr>
            <a:lstStyle/>
            <a:p>
              <a:pPr indent="0" lvl="0" marL="0" marR="0" rtl="0"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2600"/>
                <a:buFont typeface="Calibri"/>
                <a:buNone/>
              </a:pPr>
              <a:r>
                <a:rPr lang="es-MX" sz="2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Vicente Chacón</a:t>
              </a:r>
              <a:endParaRPr b="0" i="0" sz="22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-177800" lvl="1" marL="228600" marR="0" rtl="0" algn="l">
                <a:lnSpc>
                  <a:spcPct val="90000"/>
                </a:lnSpc>
                <a:spcBef>
                  <a:spcPts val="910"/>
                </a:spcBef>
                <a:spcAft>
                  <a:spcPts val="0"/>
                </a:spcAft>
                <a:buClr>
                  <a:schemeClr val="lt1"/>
                </a:buClr>
                <a:buSzPts val="1200"/>
                <a:buFont typeface="Calibri"/>
                <a:buChar char="•"/>
              </a:pPr>
              <a:r>
                <a:rPr lang="es-MX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Full Stack Developer (Backend Focus)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-304800" lvl="0" marL="457200" rtl="0" algn="l">
                <a:lnSpc>
                  <a:spcPct val="90000"/>
                </a:lnSpc>
                <a:spcBef>
                  <a:spcPts val="300"/>
                </a:spcBef>
                <a:spcAft>
                  <a:spcPts val="0"/>
                </a:spcAft>
                <a:buClr>
                  <a:schemeClr val="lt1"/>
                </a:buClr>
                <a:buSzPts val="1200"/>
                <a:buFont typeface="Calibri"/>
                <a:buChar char="●"/>
              </a:pPr>
              <a:r>
                <a:rPr lang="es-MX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Funciones desempeñadas: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-304800" lvl="1" marL="914400" rtl="0" algn="l">
                <a:lnSpc>
                  <a:spcPct val="90000"/>
                </a:lnSpc>
                <a:spcBef>
                  <a:spcPts val="300"/>
                </a:spcBef>
                <a:spcAft>
                  <a:spcPts val="0"/>
                </a:spcAft>
                <a:buClr>
                  <a:schemeClr val="lt1"/>
                </a:buClr>
                <a:buSzPts val="1200"/>
                <a:buFont typeface="Calibri"/>
                <a:buChar char="•"/>
              </a:pPr>
              <a:r>
                <a:rPr lang="es-MX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Arquitectura del sistema backend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-304800" lvl="1" marL="914400" rtl="0" algn="l">
                <a:lnSpc>
                  <a:spcPct val="90000"/>
                </a:lnSpc>
                <a:spcBef>
                  <a:spcPts val="300"/>
                </a:spcBef>
                <a:spcAft>
                  <a:spcPts val="0"/>
                </a:spcAft>
                <a:buClr>
                  <a:schemeClr val="lt1"/>
                </a:buClr>
                <a:buSzPts val="1200"/>
                <a:buFont typeface="Calibri"/>
                <a:buChar char="•"/>
              </a:pPr>
              <a:r>
                <a:rPr lang="es-MX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Diseño de base de datos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-304800" lvl="1" marL="914400" rtl="0" algn="l">
                <a:lnSpc>
                  <a:spcPct val="90000"/>
                </a:lnSpc>
                <a:spcBef>
                  <a:spcPts val="300"/>
                </a:spcBef>
                <a:spcAft>
                  <a:spcPts val="0"/>
                </a:spcAft>
                <a:buClr>
                  <a:schemeClr val="lt1"/>
                </a:buClr>
                <a:buSzPts val="1200"/>
                <a:buFont typeface="Calibri"/>
                <a:buChar char="•"/>
              </a:pPr>
              <a:r>
                <a:rPr lang="es-MX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Implementación de APIs REST y servicios AWS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-304800" lvl="1" marL="914400" rtl="0" algn="l">
                <a:lnSpc>
                  <a:spcPct val="90000"/>
                </a:lnSpc>
                <a:spcBef>
                  <a:spcPts val="300"/>
                </a:spcBef>
                <a:spcAft>
                  <a:spcPts val="0"/>
                </a:spcAft>
                <a:buClr>
                  <a:schemeClr val="lt1"/>
                </a:buClr>
                <a:buSzPts val="1200"/>
                <a:buFont typeface="Calibri"/>
                <a:buChar char="•"/>
              </a:pPr>
              <a:r>
                <a:rPr lang="es-MX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Configuración de DevOps (AWS Lambda, Cognito, S3)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-304800" lvl="1" marL="914400" rtl="0" algn="l">
                <a:lnSpc>
                  <a:spcPct val="90000"/>
                </a:lnSpc>
                <a:spcBef>
                  <a:spcPts val="300"/>
                </a:spcBef>
                <a:spcAft>
                  <a:spcPts val="0"/>
                </a:spcAft>
                <a:buClr>
                  <a:schemeClr val="lt1"/>
                </a:buClr>
                <a:buSzPts val="1200"/>
                <a:buFont typeface="Calibri"/>
                <a:buChar char="•"/>
              </a:pPr>
              <a:r>
                <a:rPr lang="es-MX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Gestión del proyecto y documentación técnica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-304800" lvl="1" marL="914400" rtl="0" algn="l">
                <a:lnSpc>
                  <a:spcPct val="90000"/>
                </a:lnSpc>
                <a:spcBef>
                  <a:spcPts val="300"/>
                </a:spcBef>
                <a:spcAft>
                  <a:spcPts val="0"/>
                </a:spcAft>
                <a:buClr>
                  <a:schemeClr val="lt1"/>
                </a:buClr>
                <a:buSzPts val="1200"/>
                <a:buFont typeface="Calibri"/>
                <a:buChar char="•"/>
              </a:pPr>
              <a:r>
                <a:rPr lang="es-MX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Gestión del proyecto y metodología Scrum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-304800" lvl="1" marL="914400" rtl="0" algn="l">
                <a:lnSpc>
                  <a:spcPct val="90000"/>
                </a:lnSpc>
                <a:spcBef>
                  <a:spcPts val="300"/>
                </a:spcBef>
                <a:spcAft>
                  <a:spcPts val="0"/>
                </a:spcAft>
                <a:buClr>
                  <a:schemeClr val="lt1"/>
                </a:buClr>
                <a:buSzPts val="1200"/>
                <a:buFont typeface="Calibri"/>
                <a:buChar char="•"/>
              </a:pPr>
              <a:r>
                <a:rPr lang="es-MX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Análisis, requerimientos y documentación de usuario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-304800" lvl="1" marL="914400" rtl="0" algn="l">
                <a:lnSpc>
                  <a:spcPct val="90000"/>
                </a:lnSpc>
                <a:spcBef>
                  <a:spcPts val="300"/>
                </a:spcBef>
                <a:spcAft>
                  <a:spcPts val="0"/>
                </a:spcAft>
                <a:buClr>
                  <a:schemeClr val="lt1"/>
                </a:buClr>
                <a:buSzPts val="1200"/>
                <a:buFont typeface="Calibri"/>
                <a:buChar char="•"/>
              </a:pPr>
              <a:r>
                <a:rPr lang="es-MX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Pruebas funcionales y testing de usuario final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lnSpc>
                  <a:spcPct val="90000"/>
                </a:lnSpc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</p:spTree>
  </p:cSld>
  <p:clrMapOvr>
    <a:masterClrMapping/>
  </p:clrMapOvr>
  <p:transition spd="slow">
    <p:wipe dir="l"/>
  </p:transition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EscuelaIT Duoc UC - Escuela de Informática y Telecomunicaciones Duoc UC - Duoc  UC | LinkedIn" id="110" name="Google Shape;110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111" name="Google Shape;111;p3"/>
          <p:cNvSpPr txBox="1"/>
          <p:nvPr/>
        </p:nvSpPr>
        <p:spPr>
          <a:xfrm>
            <a:off x="136188" y="368928"/>
            <a:ext cx="12191999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1800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PROYECTO “</a:t>
            </a:r>
            <a:r>
              <a:rPr lang="es-MX" sz="1800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NUTRICOMBAT</a:t>
            </a:r>
            <a:r>
              <a:rPr lang="es-MX" sz="1800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”</a:t>
            </a:r>
            <a:endParaRPr/>
          </a:p>
        </p:txBody>
      </p:sp>
      <p:sp>
        <p:nvSpPr>
          <p:cNvPr id="112" name="Google Shape;112;p3"/>
          <p:cNvSpPr txBox="1"/>
          <p:nvPr/>
        </p:nvSpPr>
        <p:spPr>
          <a:xfrm>
            <a:off x="0" y="738249"/>
            <a:ext cx="121920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3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DESCRIPCIÓN DEL PROYECTO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13" name="Google Shape;113;p3"/>
          <p:cNvCxnSpPr/>
          <p:nvPr/>
        </p:nvCxnSpPr>
        <p:spPr>
          <a:xfrm>
            <a:off x="0" y="758027"/>
            <a:ext cx="4085617" cy="0"/>
          </a:xfrm>
          <a:prstGeom prst="straightConnector1">
            <a:avLst/>
          </a:prstGeom>
          <a:noFill/>
          <a:ln cap="flat" cmpd="sng" w="15875">
            <a:solidFill>
              <a:srgbClr val="F5F7FC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114" name="Google Shape;114;p3"/>
          <p:cNvSpPr/>
          <p:nvPr/>
        </p:nvSpPr>
        <p:spPr>
          <a:xfrm>
            <a:off x="754200" y="1384757"/>
            <a:ext cx="4348800" cy="5207700"/>
          </a:xfrm>
          <a:prstGeom prst="roundRect">
            <a:avLst>
              <a:gd fmla="val 10901" name="adj"/>
            </a:avLst>
          </a:prstGeom>
          <a:solidFill>
            <a:schemeClr val="lt1"/>
          </a:solidFill>
          <a:ln cap="flat" cmpd="sng" w="12700">
            <a:solidFill>
              <a:schemeClr val="accent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2800" u="sng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Problema o dolor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s-MX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Los peleadores de deportes de combate necesitan realizar corte de peso 5-7 días antes del pesaje oficial para competir en una categoría inferior, luego recuperar peso antes de la pelea. Apps genéricas como MyFitnessPal NO proporcionan: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Char char="●"/>
            </a:pPr>
            <a:r>
              <a:rPr lang="es-MX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Planes de </a:t>
            </a:r>
            <a:r>
              <a:rPr lang="es-MX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alimentación</a:t>
            </a:r>
            <a:r>
              <a:rPr lang="es-MX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personalizados por usuario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r>
              <a:rPr lang="es-MX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Sin timing crítico por fases de corte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r>
              <a:rPr lang="es-MX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Sin recomendaciones  de cortes de </a:t>
            </a:r>
            <a:r>
              <a:rPr lang="es-MX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peso</a:t>
            </a:r>
            <a:r>
              <a:rPr lang="es-MX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seguro para deportes de combate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r>
              <a:rPr lang="es-MX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Sin sugerencias de alimentaciones en base a requerimiento </a:t>
            </a:r>
            <a:r>
              <a:rPr lang="es-MX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calórico</a:t>
            </a:r>
            <a:r>
              <a:rPr lang="es-MX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durante el corte de peso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just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 u="sng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5" name="Google Shape;115;p3"/>
          <p:cNvSpPr/>
          <p:nvPr/>
        </p:nvSpPr>
        <p:spPr>
          <a:xfrm>
            <a:off x="6951375" y="1392307"/>
            <a:ext cx="4348800" cy="5483700"/>
          </a:xfrm>
          <a:prstGeom prst="roundRect">
            <a:avLst>
              <a:gd fmla="val 10901" name="adj"/>
            </a:avLst>
          </a:prstGeom>
          <a:solidFill>
            <a:schemeClr val="lt1"/>
          </a:solidFill>
          <a:ln cap="flat" cmpd="sng" w="12700">
            <a:solidFill>
              <a:schemeClr val="accent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2800" u="sng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Propuesta de solución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s-MX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NutriCombat: Corte de Peso Especializado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s-MX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Diferenciación vs Competencia: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857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900"/>
              <a:buChar char="●"/>
            </a:pPr>
            <a:r>
              <a:rPr lang="es-MX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MyFitnessPal: "Quiero perder 5kg" (genérico)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857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900"/>
              <a:buChar char="●"/>
            </a:pPr>
            <a:r>
              <a:rPr lang="es-MX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NutriCombat: "Necesito pesar exactamente 70kg el 15 octubre para pesaje de box" (específico)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s-MX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Propuesta de Valor: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857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900"/>
              <a:buChar char="●"/>
            </a:pPr>
            <a:r>
              <a:rPr lang="es-MX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Planes inteligentes de corte de peso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857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900"/>
              <a:buChar char="●"/>
            </a:pPr>
            <a:r>
              <a:rPr lang="es-MX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IA Gemini con contexto automático de corte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857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900"/>
              <a:buChar char="●"/>
            </a:pPr>
            <a:r>
              <a:rPr lang="es-MX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IA Gemini para cálculo de calorías de un alimento y registro diario de consumo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857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900"/>
              <a:buChar char="●"/>
            </a:pPr>
            <a:r>
              <a:rPr lang="es-MX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Alertas por tiempo de competencia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just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6" name="Google Shape;116;p3"/>
          <p:cNvSpPr/>
          <p:nvPr/>
        </p:nvSpPr>
        <p:spPr>
          <a:xfrm>
            <a:off x="5456903" y="3127283"/>
            <a:ext cx="1140600" cy="757200"/>
          </a:xfrm>
          <a:prstGeom prst="right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2700">
            <a:solidFill>
              <a:srgbClr val="1C3052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ransition spd="slow">
    <p:wipe dir="l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EscuelaIT Duoc UC - Escuela de Informática y Telecomunicaciones Duoc UC - Duoc  UC | LinkedIn" id="121" name="Google Shape;121;p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4"/>
          <p:cNvSpPr txBox="1"/>
          <p:nvPr/>
        </p:nvSpPr>
        <p:spPr>
          <a:xfrm>
            <a:off x="136188" y="368928"/>
            <a:ext cx="12191999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1800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PROYECTO “</a:t>
            </a:r>
            <a:r>
              <a:rPr lang="es-MX" sz="1800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NUTRICOMBAT</a:t>
            </a:r>
            <a:r>
              <a:rPr lang="es-MX" sz="1800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”</a:t>
            </a:r>
            <a:endParaRPr/>
          </a:p>
        </p:txBody>
      </p:sp>
      <p:sp>
        <p:nvSpPr>
          <p:cNvPr id="123" name="Google Shape;123;p4"/>
          <p:cNvSpPr txBox="1"/>
          <p:nvPr/>
        </p:nvSpPr>
        <p:spPr>
          <a:xfrm>
            <a:off x="0" y="1384304"/>
            <a:ext cx="12191999" cy="6463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3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Objetivo General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24" name="Google Shape;124;p4"/>
          <p:cNvCxnSpPr/>
          <p:nvPr/>
        </p:nvCxnSpPr>
        <p:spPr>
          <a:xfrm>
            <a:off x="0" y="758027"/>
            <a:ext cx="4085617" cy="0"/>
          </a:xfrm>
          <a:prstGeom prst="straightConnector1">
            <a:avLst/>
          </a:prstGeom>
          <a:noFill/>
          <a:ln cap="flat" cmpd="sng" w="15875">
            <a:solidFill>
              <a:srgbClr val="F5F7FC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125" name="Google Shape;125;p4"/>
          <p:cNvSpPr txBox="1"/>
          <p:nvPr/>
        </p:nvSpPr>
        <p:spPr>
          <a:xfrm>
            <a:off x="1" y="4082446"/>
            <a:ext cx="12191999" cy="6463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3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Objetivos Específicos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6" name="Google Shape;126;p4"/>
          <p:cNvSpPr/>
          <p:nvPr/>
        </p:nvSpPr>
        <p:spPr>
          <a:xfrm>
            <a:off x="614515" y="2040571"/>
            <a:ext cx="10962967" cy="1575221"/>
          </a:xfrm>
          <a:prstGeom prst="roundRect">
            <a:avLst>
              <a:gd fmla="val 16667" name="adj"/>
            </a:avLst>
          </a:prstGeom>
          <a:solidFill>
            <a:schemeClr val="lt1"/>
          </a:solidFill>
          <a:ln cap="flat" cmpd="sng" w="12700">
            <a:solidFill>
              <a:schemeClr val="accent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lang="es-MX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Desarrollar una aplicación móvil que facilite el seguimiento nutricional mediante inteligencia artificial, motivando a los usuarios a mantener hábitos alimenticios saludables a través de mecánicas de juego y análisis personalizado de su progreso, incorporando además la función de semana de corte de peso para apoyar objetivos específicos de control y reducción de peso.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7" name="Google Shape;127;p4"/>
          <p:cNvSpPr/>
          <p:nvPr/>
        </p:nvSpPr>
        <p:spPr>
          <a:xfrm>
            <a:off x="614514" y="4732407"/>
            <a:ext cx="10962967" cy="1575221"/>
          </a:xfrm>
          <a:prstGeom prst="roundRect">
            <a:avLst>
              <a:gd fmla="val 16667" name="adj"/>
            </a:avLst>
          </a:prstGeom>
          <a:solidFill>
            <a:schemeClr val="lt1"/>
          </a:solidFill>
          <a:ln cap="flat" cmpd="sng" w="12700">
            <a:solidFill>
              <a:schemeClr val="accent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Char char="●"/>
            </a:pPr>
            <a:r>
              <a:rPr b="1" lang="es-MX" sz="1300">
                <a:solidFill>
                  <a:schemeClr val="dk1"/>
                </a:solidFill>
              </a:rPr>
              <a:t>Integrar Google Gemini API para identificación automática de alimentos por </a:t>
            </a:r>
            <a:r>
              <a:rPr b="1" lang="es-MX" sz="1300">
                <a:solidFill>
                  <a:schemeClr val="dk1"/>
                </a:solidFill>
              </a:rPr>
              <a:t>imágenes</a:t>
            </a:r>
            <a:endParaRPr b="1" sz="1300">
              <a:solidFill>
                <a:schemeClr val="dk1"/>
              </a:solidFill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Char char="●"/>
            </a:pPr>
            <a:r>
              <a:rPr b="1" lang="es-MX" sz="1300">
                <a:solidFill>
                  <a:schemeClr val="dk1"/>
                </a:solidFill>
              </a:rPr>
              <a:t>Construir interfaz visual con métricas nutricionales en tiempo real</a:t>
            </a:r>
            <a:endParaRPr b="1" sz="1300">
              <a:solidFill>
                <a:schemeClr val="dk1"/>
              </a:solidFill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Char char="●"/>
            </a:pPr>
            <a:r>
              <a:rPr b="1" lang="es-MX" sz="1300">
                <a:solidFill>
                  <a:schemeClr val="dk1"/>
                </a:solidFill>
              </a:rPr>
              <a:t>Crear sistema de planes de corte de peso  y recomendaciones basadas en </a:t>
            </a:r>
            <a:r>
              <a:rPr b="1" lang="es-MX" sz="1300">
                <a:solidFill>
                  <a:schemeClr val="dk1"/>
                </a:solidFill>
              </a:rPr>
              <a:t>alimentación</a:t>
            </a:r>
            <a:r>
              <a:rPr b="1" lang="es-MX" sz="1300">
                <a:solidFill>
                  <a:schemeClr val="dk1"/>
                </a:solidFill>
              </a:rPr>
              <a:t> de usuario</a:t>
            </a:r>
            <a:endParaRPr b="1" sz="1300">
              <a:solidFill>
                <a:schemeClr val="dk1"/>
              </a:solidFill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Char char="●"/>
            </a:pPr>
            <a:r>
              <a:rPr b="1" lang="es-MX" sz="1300">
                <a:solidFill>
                  <a:schemeClr val="dk1"/>
                </a:solidFill>
              </a:rPr>
              <a:t>Implementar aplicación nativa multiplataforma con alta performance</a:t>
            </a:r>
            <a:endParaRPr b="1" sz="1300">
              <a:solidFill>
                <a:schemeClr val="dk1"/>
              </a:solidFill>
            </a:endParaRPr>
          </a:p>
        </p:txBody>
      </p:sp>
    </p:spTree>
  </p:cSld>
  <p:clrMapOvr>
    <a:masterClrMapping/>
  </p:clrMapOvr>
  <p:transition spd="slow">
    <p:wipe dir="l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EscuelaIT Duoc UC - Escuela de Informática y Telecomunicaciones Duoc UC - Duoc  UC | LinkedIn" id="132" name="Google Shape;132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p5"/>
          <p:cNvSpPr txBox="1"/>
          <p:nvPr/>
        </p:nvSpPr>
        <p:spPr>
          <a:xfrm>
            <a:off x="136188" y="368928"/>
            <a:ext cx="12191999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1800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PROYECTO “</a:t>
            </a:r>
            <a:r>
              <a:rPr lang="es-MX" sz="1800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NUTRICOMBAT</a:t>
            </a:r>
            <a:r>
              <a:rPr lang="es-MX" sz="1800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”</a:t>
            </a:r>
            <a:endParaRPr/>
          </a:p>
        </p:txBody>
      </p:sp>
      <p:sp>
        <p:nvSpPr>
          <p:cNvPr id="134" name="Google Shape;134;p5"/>
          <p:cNvSpPr txBox="1"/>
          <p:nvPr/>
        </p:nvSpPr>
        <p:spPr>
          <a:xfrm>
            <a:off x="0" y="1432655"/>
            <a:ext cx="12191999" cy="6463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3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Alcance y limitaciones del proyecto</a:t>
            </a:r>
            <a:endParaRPr/>
          </a:p>
        </p:txBody>
      </p:sp>
      <p:cxnSp>
        <p:nvCxnSpPr>
          <p:cNvPr id="135" name="Google Shape;135;p5"/>
          <p:cNvCxnSpPr/>
          <p:nvPr/>
        </p:nvCxnSpPr>
        <p:spPr>
          <a:xfrm>
            <a:off x="0" y="758027"/>
            <a:ext cx="4085617" cy="0"/>
          </a:xfrm>
          <a:prstGeom prst="straightConnector1">
            <a:avLst/>
          </a:prstGeom>
          <a:noFill/>
          <a:ln cap="flat" cmpd="sng" w="15875">
            <a:solidFill>
              <a:srgbClr val="F5F7FC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136" name="Google Shape;136;p5"/>
          <p:cNvSpPr txBox="1"/>
          <p:nvPr/>
        </p:nvSpPr>
        <p:spPr>
          <a:xfrm>
            <a:off x="136188" y="1891430"/>
            <a:ext cx="12192000" cy="43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s-MX" sz="1800">
                <a:solidFill>
                  <a:schemeClr val="dk1"/>
                </a:solidFill>
              </a:rPr>
              <a:t>Alcance del Proyecto</a:t>
            </a:r>
            <a:endParaRPr b="1" sz="1800">
              <a:solidFill>
                <a:schemeClr val="dk1"/>
              </a:solidFill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</a:pPr>
            <a:r>
              <a:rPr b="1" lang="es-MX" sz="1800">
                <a:solidFill>
                  <a:schemeClr val="dk1"/>
                </a:solidFill>
              </a:rPr>
              <a:t>Plataformas: </a:t>
            </a:r>
            <a:r>
              <a:rPr lang="es-MX" sz="1800">
                <a:solidFill>
                  <a:schemeClr val="dk1"/>
                </a:solidFill>
              </a:rPr>
              <a:t>Aplicación móvil multiplataforma (iOS y Android)</a:t>
            </a:r>
            <a:endParaRPr sz="1800">
              <a:solidFill>
                <a:schemeClr val="dk1"/>
              </a:solidFill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</a:pPr>
            <a:r>
              <a:rPr b="1" lang="es-MX" sz="1800">
                <a:solidFill>
                  <a:schemeClr val="dk1"/>
                </a:solidFill>
              </a:rPr>
              <a:t>Funcionalidades core: </a:t>
            </a:r>
            <a:r>
              <a:rPr lang="es-MX" sz="1800">
                <a:solidFill>
                  <a:schemeClr val="dk1"/>
                </a:solidFill>
              </a:rPr>
              <a:t>Planes de corte de peso con IA, registro fotográfico de alimentos, dashboard de métricas</a:t>
            </a:r>
            <a:endParaRPr sz="1800">
              <a:solidFill>
                <a:schemeClr val="dk1"/>
              </a:solidFill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</a:pPr>
            <a:r>
              <a:rPr b="1" lang="es-MX" sz="1800">
                <a:solidFill>
                  <a:schemeClr val="dk1"/>
                </a:solidFill>
              </a:rPr>
              <a:t>Integración IA: </a:t>
            </a:r>
            <a:r>
              <a:rPr lang="es-MX" sz="1800">
                <a:solidFill>
                  <a:schemeClr val="dk1"/>
                </a:solidFill>
              </a:rPr>
              <a:t>Reconocimiento de alimentos mediante Gemini API</a:t>
            </a:r>
            <a:endParaRPr sz="1800">
              <a:solidFill>
                <a:schemeClr val="dk1"/>
              </a:solidFill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</a:pPr>
            <a:r>
              <a:rPr b="1" lang="es-MX" sz="1800">
                <a:solidFill>
                  <a:schemeClr val="dk1"/>
                </a:solidFill>
              </a:rPr>
              <a:t>Infraestructura: </a:t>
            </a:r>
            <a:r>
              <a:rPr lang="es-MX" sz="1800">
                <a:solidFill>
                  <a:schemeClr val="dk1"/>
                </a:solidFill>
              </a:rPr>
              <a:t>Arquitectura cloud serverless  con AWS, y servicios PosgreSQL de Supabase</a:t>
            </a:r>
            <a:endParaRPr sz="18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s-MX" sz="1800">
                <a:solidFill>
                  <a:schemeClr val="dk1"/>
                </a:solidFill>
              </a:rPr>
              <a:t>Limitaciones del Proyecto</a:t>
            </a:r>
            <a:endParaRPr b="1" sz="1800">
              <a:solidFill>
                <a:schemeClr val="dk1"/>
              </a:solidFill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</a:pPr>
            <a:r>
              <a:rPr b="1" lang="es-MX" sz="1800">
                <a:solidFill>
                  <a:schemeClr val="dk1"/>
                </a:solidFill>
              </a:rPr>
              <a:t>Precisión IA: </a:t>
            </a:r>
            <a:r>
              <a:rPr lang="es-MX" sz="1800">
                <a:solidFill>
                  <a:schemeClr val="dk1"/>
                </a:solidFill>
              </a:rPr>
              <a:t>Dependiente de tamaño y calidad de imagen</a:t>
            </a:r>
            <a:endParaRPr sz="1800">
              <a:solidFill>
                <a:schemeClr val="dk1"/>
              </a:solidFill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</a:pPr>
            <a:r>
              <a:rPr b="1" lang="es-MX" sz="1800">
                <a:solidFill>
                  <a:schemeClr val="dk1"/>
                </a:solidFill>
              </a:rPr>
              <a:t>Conectividad: </a:t>
            </a:r>
            <a:r>
              <a:rPr lang="es-MX" sz="1800">
                <a:solidFill>
                  <a:schemeClr val="dk1"/>
                </a:solidFill>
              </a:rPr>
              <a:t>Requiere conexión a internet para funciones principales</a:t>
            </a:r>
            <a:endParaRPr sz="1800">
              <a:solidFill>
                <a:schemeClr val="dk1"/>
              </a:solidFill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</a:pPr>
            <a:r>
              <a:rPr b="1" lang="es-MX" sz="1800">
                <a:solidFill>
                  <a:schemeClr val="dk1"/>
                </a:solidFill>
              </a:rPr>
              <a:t>Idioma: </a:t>
            </a:r>
            <a:r>
              <a:rPr lang="es-MX" sz="1800">
                <a:solidFill>
                  <a:schemeClr val="dk1"/>
                </a:solidFill>
              </a:rPr>
              <a:t>Versión inicial solo en español para mercado chileno</a:t>
            </a:r>
            <a:endParaRPr sz="1800">
              <a:solidFill>
                <a:schemeClr val="dk1"/>
              </a:solidFill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</a:pPr>
            <a:r>
              <a:rPr b="1" lang="es-MX" sz="1800">
                <a:solidFill>
                  <a:schemeClr val="dk1"/>
                </a:solidFill>
              </a:rPr>
              <a:t>Integración salud: </a:t>
            </a:r>
            <a:r>
              <a:rPr lang="es-MX" sz="1800">
                <a:solidFill>
                  <a:schemeClr val="dk1"/>
                </a:solidFill>
              </a:rPr>
              <a:t>No incluye sincronización con dispositivos médicos</a:t>
            </a:r>
            <a:endParaRPr sz="1800">
              <a:solidFill>
                <a:schemeClr val="dk1"/>
              </a:solidFill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</a:pPr>
            <a:r>
              <a:rPr b="1" lang="es-MX" sz="1800">
                <a:solidFill>
                  <a:schemeClr val="dk1"/>
                </a:solidFill>
              </a:rPr>
              <a:t>Alcance temporal: </a:t>
            </a:r>
            <a:r>
              <a:rPr lang="es-MX" sz="1800">
                <a:solidFill>
                  <a:schemeClr val="dk1"/>
                </a:solidFill>
              </a:rPr>
              <a:t>MVP funcional en 3 meses de desarrollo</a:t>
            </a:r>
            <a:endParaRPr sz="1800">
              <a:solidFill>
                <a:schemeClr val="dk1"/>
              </a:solidFill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</a:pPr>
            <a:r>
              <a:rPr b="1" lang="es-MX" sz="1800">
                <a:solidFill>
                  <a:schemeClr val="dk1"/>
                </a:solidFill>
              </a:rPr>
              <a:t>Equipo:</a:t>
            </a:r>
            <a:r>
              <a:rPr lang="es-MX" sz="1800">
                <a:solidFill>
                  <a:schemeClr val="dk1"/>
                </a:solidFill>
              </a:rPr>
              <a:t> Desarrollo con recursos limitados (2 desarrolladores)</a:t>
            </a:r>
            <a:endParaRPr sz="1800">
              <a:solidFill>
                <a:schemeClr val="dk1"/>
              </a:solidFill>
            </a:endParaRPr>
          </a:p>
        </p:txBody>
      </p:sp>
    </p:spTree>
  </p:cSld>
  <p:clrMapOvr>
    <a:masterClrMapping/>
  </p:clrMapOvr>
  <p:transition spd="slow">
    <p:wipe dir="l"/>
  </p:transition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EscuelaIT Duoc UC - Escuela de Informática y Telecomunicaciones Duoc UC - Duoc  UC | LinkedIn" id="141" name="Google Shape;141;p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142" name="Google Shape;142;p6"/>
          <p:cNvSpPr txBox="1"/>
          <p:nvPr/>
        </p:nvSpPr>
        <p:spPr>
          <a:xfrm>
            <a:off x="136188" y="368928"/>
            <a:ext cx="12191999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1800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PROYECTO “</a:t>
            </a:r>
            <a:r>
              <a:rPr lang="es-MX" sz="1800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NUTRICOMBAT</a:t>
            </a:r>
            <a:r>
              <a:rPr lang="es-MX" sz="1800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”</a:t>
            </a:r>
            <a:endParaRPr/>
          </a:p>
        </p:txBody>
      </p:sp>
      <p:sp>
        <p:nvSpPr>
          <p:cNvPr id="143" name="Google Shape;143;p6"/>
          <p:cNvSpPr txBox="1"/>
          <p:nvPr/>
        </p:nvSpPr>
        <p:spPr>
          <a:xfrm>
            <a:off x="0" y="738255"/>
            <a:ext cx="12192000" cy="650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3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Metodología de trabajo para el desarrollo del proyecto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44" name="Google Shape;144;p6"/>
          <p:cNvCxnSpPr/>
          <p:nvPr/>
        </p:nvCxnSpPr>
        <p:spPr>
          <a:xfrm>
            <a:off x="0" y="758027"/>
            <a:ext cx="4085617" cy="0"/>
          </a:xfrm>
          <a:prstGeom prst="straightConnector1">
            <a:avLst/>
          </a:prstGeom>
          <a:noFill/>
          <a:ln cap="flat" cmpd="sng" w="15875">
            <a:solidFill>
              <a:srgbClr val="F5F7FC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145" name="Google Shape;145;p6"/>
          <p:cNvSpPr txBox="1"/>
          <p:nvPr/>
        </p:nvSpPr>
        <p:spPr>
          <a:xfrm>
            <a:off x="0" y="1435146"/>
            <a:ext cx="12192000" cy="5112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b="1" sz="13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s-MX" sz="1300">
                <a:solidFill>
                  <a:schemeClr val="dk1"/>
                </a:solidFill>
              </a:rPr>
              <a:t>Framework Ágil - Scrum Adaptado:</a:t>
            </a:r>
            <a:endParaRPr b="1" sz="1300">
              <a:solidFill>
                <a:schemeClr val="dk1"/>
              </a:solidFill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300"/>
              <a:buChar char="●"/>
            </a:pPr>
            <a:r>
              <a:rPr b="1" lang="es-MX" sz="1300">
                <a:solidFill>
                  <a:schemeClr val="dk1"/>
                </a:solidFill>
              </a:rPr>
              <a:t>Sprints de 2 semanas</a:t>
            </a:r>
            <a:r>
              <a:rPr lang="es-MX" sz="1300">
                <a:solidFill>
                  <a:schemeClr val="dk1"/>
                </a:solidFill>
              </a:rPr>
              <a:t> con entregas incrementales</a:t>
            </a:r>
            <a:endParaRPr sz="1300">
              <a:solidFill>
                <a:schemeClr val="dk1"/>
              </a:solidFill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Char char="●"/>
            </a:pPr>
            <a:r>
              <a:rPr b="1" lang="es-MX" sz="1300">
                <a:solidFill>
                  <a:schemeClr val="dk1"/>
                </a:solidFill>
              </a:rPr>
              <a:t>Daily stand ups</a:t>
            </a:r>
            <a:r>
              <a:rPr lang="es-MX" sz="1300">
                <a:solidFill>
                  <a:schemeClr val="dk1"/>
                </a:solidFill>
              </a:rPr>
              <a:t> para sincronización del equipo</a:t>
            </a:r>
            <a:endParaRPr sz="1300">
              <a:solidFill>
                <a:schemeClr val="dk1"/>
              </a:solidFill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Char char="●"/>
            </a:pPr>
            <a:r>
              <a:rPr b="1" lang="es-MX" sz="1300">
                <a:solidFill>
                  <a:schemeClr val="dk1"/>
                </a:solidFill>
              </a:rPr>
              <a:t>Sprint planning</a:t>
            </a:r>
            <a:r>
              <a:rPr lang="es-MX" sz="1300">
                <a:solidFill>
                  <a:schemeClr val="dk1"/>
                </a:solidFill>
              </a:rPr>
              <a:t> con priorización de historias de usuario</a:t>
            </a:r>
            <a:endParaRPr sz="1300">
              <a:solidFill>
                <a:schemeClr val="dk1"/>
              </a:solidFill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Char char="●"/>
            </a:pPr>
            <a:r>
              <a:rPr b="1" lang="es-MX" sz="1300">
                <a:solidFill>
                  <a:schemeClr val="dk1"/>
                </a:solidFill>
              </a:rPr>
              <a:t>Sprint review</a:t>
            </a:r>
            <a:r>
              <a:rPr lang="es-MX" sz="1300">
                <a:solidFill>
                  <a:schemeClr val="dk1"/>
                </a:solidFill>
              </a:rPr>
              <a:t> con demostración de funcionalidades</a:t>
            </a:r>
            <a:endParaRPr sz="1300">
              <a:solidFill>
                <a:schemeClr val="dk1"/>
              </a:solidFill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Char char="●"/>
            </a:pPr>
            <a:r>
              <a:rPr b="1" lang="es-MX" sz="1300">
                <a:solidFill>
                  <a:schemeClr val="dk1"/>
                </a:solidFill>
              </a:rPr>
              <a:t>Retrospectiva</a:t>
            </a:r>
            <a:r>
              <a:rPr lang="es-MX" sz="1300">
                <a:solidFill>
                  <a:schemeClr val="dk1"/>
                </a:solidFill>
              </a:rPr>
              <a:t> para mejora continua del proceso</a:t>
            </a:r>
            <a:endParaRPr sz="13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s-MX" sz="1300">
                <a:solidFill>
                  <a:schemeClr val="dk1"/>
                </a:solidFill>
              </a:rPr>
              <a:t>Roles y Responsabilidades:</a:t>
            </a:r>
            <a:endParaRPr b="1" sz="1300">
              <a:solidFill>
                <a:schemeClr val="dk1"/>
              </a:solidFill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300"/>
              <a:buChar char="●"/>
            </a:pPr>
            <a:r>
              <a:rPr b="1" lang="es-MX" sz="1300">
                <a:solidFill>
                  <a:schemeClr val="dk1"/>
                </a:solidFill>
              </a:rPr>
              <a:t>Product Owner:</a:t>
            </a:r>
            <a:r>
              <a:rPr lang="es-MX" sz="1300">
                <a:solidFill>
                  <a:schemeClr val="dk1"/>
                </a:solidFill>
              </a:rPr>
              <a:t> Rotación semanal entre integrantes</a:t>
            </a:r>
            <a:endParaRPr sz="1300">
              <a:solidFill>
                <a:schemeClr val="dk1"/>
              </a:solidFill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Char char="●"/>
            </a:pPr>
            <a:r>
              <a:rPr b="1" lang="es-MX" sz="1300">
                <a:solidFill>
                  <a:schemeClr val="dk1"/>
                </a:solidFill>
              </a:rPr>
              <a:t>Scrum Master:</a:t>
            </a:r>
            <a:r>
              <a:rPr lang="es-MX" sz="1300">
                <a:solidFill>
                  <a:schemeClr val="dk1"/>
                </a:solidFill>
              </a:rPr>
              <a:t> </a:t>
            </a:r>
            <a:r>
              <a:rPr lang="es-MX" sz="1300">
                <a:solidFill>
                  <a:schemeClr val="dk1"/>
                </a:solidFill>
              </a:rPr>
              <a:t>Rotación</a:t>
            </a:r>
            <a:r>
              <a:rPr lang="es-MX" sz="1300">
                <a:solidFill>
                  <a:schemeClr val="dk1"/>
                </a:solidFill>
              </a:rPr>
              <a:t> semanal entre integrantes</a:t>
            </a:r>
            <a:endParaRPr sz="1300">
              <a:solidFill>
                <a:schemeClr val="dk1"/>
              </a:solidFill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Char char="●"/>
            </a:pPr>
            <a:r>
              <a:rPr b="1" lang="es-MX" sz="1300">
                <a:solidFill>
                  <a:schemeClr val="dk1"/>
                </a:solidFill>
              </a:rPr>
              <a:t>Development Team:</a:t>
            </a:r>
            <a:r>
              <a:rPr lang="es-MX" sz="1300">
                <a:solidFill>
                  <a:schemeClr val="dk1"/>
                </a:solidFill>
              </a:rPr>
              <a:t> Fabián y Vicente (trabajo colaborativo en pares)</a:t>
            </a:r>
            <a:endParaRPr sz="13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None/>
            </a:pPr>
            <a:r>
              <a:rPr b="1" lang="es-MX" sz="1500">
                <a:solidFill>
                  <a:schemeClr val="dk1"/>
                </a:solidFill>
              </a:rPr>
              <a:t>Herramientas de Gestión:</a:t>
            </a:r>
            <a:endParaRPr b="1" sz="1500">
              <a:solidFill>
                <a:schemeClr val="dk1"/>
              </a:solidFill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300"/>
              <a:buChar char="●"/>
            </a:pPr>
            <a:r>
              <a:rPr b="1" lang="es-MX" sz="1300">
                <a:solidFill>
                  <a:schemeClr val="dk1"/>
                </a:solidFill>
              </a:rPr>
              <a:t>Jira:</a:t>
            </a:r>
            <a:r>
              <a:rPr lang="es-MX" sz="1300">
                <a:solidFill>
                  <a:schemeClr val="dk1"/>
                </a:solidFill>
              </a:rPr>
              <a:t> Gestión de backlog y seguimiento de sprints</a:t>
            </a:r>
            <a:endParaRPr sz="1300">
              <a:solidFill>
                <a:schemeClr val="dk1"/>
              </a:solidFill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Char char="●"/>
            </a:pPr>
            <a:r>
              <a:rPr b="1" lang="es-MX" sz="1300">
                <a:solidFill>
                  <a:schemeClr val="dk1"/>
                </a:solidFill>
              </a:rPr>
              <a:t>Git/GitHub:</a:t>
            </a:r>
            <a:r>
              <a:rPr lang="es-MX" sz="1300">
                <a:solidFill>
                  <a:schemeClr val="dk1"/>
                </a:solidFill>
              </a:rPr>
              <a:t> Control de versiones y colaboración</a:t>
            </a:r>
            <a:endParaRPr sz="1300">
              <a:solidFill>
                <a:schemeClr val="dk1"/>
              </a:solidFill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Char char="●"/>
            </a:pPr>
            <a:r>
              <a:rPr b="1" lang="es-MX" sz="1300">
                <a:solidFill>
                  <a:schemeClr val="dk1"/>
                </a:solidFill>
              </a:rPr>
              <a:t>Figma:</a:t>
            </a:r>
            <a:r>
              <a:rPr lang="es-MX" sz="1300">
                <a:solidFill>
                  <a:schemeClr val="dk1"/>
                </a:solidFill>
              </a:rPr>
              <a:t> Diseño y prototipado colaborativo</a:t>
            </a:r>
            <a:endParaRPr sz="1300">
              <a:solidFill>
                <a:schemeClr val="dk1"/>
              </a:solidFill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Char char="●"/>
            </a:pPr>
            <a:r>
              <a:rPr b="1" lang="es-MX" sz="1300">
                <a:solidFill>
                  <a:schemeClr val="dk1"/>
                </a:solidFill>
              </a:rPr>
              <a:t>WhatsApp:</a:t>
            </a:r>
            <a:r>
              <a:rPr lang="es-MX" sz="1300">
                <a:solidFill>
                  <a:schemeClr val="dk1"/>
                </a:solidFill>
              </a:rPr>
              <a:t> Comunicación diaria del equipo</a:t>
            </a:r>
            <a:endParaRPr sz="13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 sz="1300">
              <a:solidFill>
                <a:schemeClr val="dk1"/>
              </a:solidFill>
            </a:endParaRPr>
          </a:p>
        </p:txBody>
      </p:sp>
    </p:spTree>
  </p:cSld>
  <p:clrMapOvr>
    <a:masterClrMapping/>
  </p:clrMapOvr>
  <p:transition spd="slow">
    <p:wipe dir="l"/>
  </p:transition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EscuelaIT Duoc UC - Escuela de Informática y Telecomunicaciones Duoc UC - Duoc  UC | LinkedIn" id="150" name="Google Shape;150;p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151" name="Google Shape;151;p8"/>
          <p:cNvSpPr txBox="1"/>
          <p:nvPr/>
        </p:nvSpPr>
        <p:spPr>
          <a:xfrm>
            <a:off x="136188" y="368928"/>
            <a:ext cx="12191999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1800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PROYECTO “</a:t>
            </a:r>
            <a:r>
              <a:rPr lang="es-MX" sz="1800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NUTRICOMBAT</a:t>
            </a:r>
            <a:r>
              <a:rPr lang="es-MX" sz="1800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”</a:t>
            </a:r>
            <a:endParaRPr/>
          </a:p>
        </p:txBody>
      </p:sp>
      <p:sp>
        <p:nvSpPr>
          <p:cNvPr id="152" name="Google Shape;152;p8"/>
          <p:cNvSpPr txBox="1"/>
          <p:nvPr/>
        </p:nvSpPr>
        <p:spPr>
          <a:xfrm>
            <a:off x="0" y="1432655"/>
            <a:ext cx="121920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3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Arquitectura del software</a:t>
            </a:r>
            <a:endParaRPr/>
          </a:p>
        </p:txBody>
      </p:sp>
      <p:cxnSp>
        <p:nvCxnSpPr>
          <p:cNvPr id="153" name="Google Shape;153;p8"/>
          <p:cNvCxnSpPr/>
          <p:nvPr/>
        </p:nvCxnSpPr>
        <p:spPr>
          <a:xfrm>
            <a:off x="0" y="758027"/>
            <a:ext cx="4085617" cy="0"/>
          </a:xfrm>
          <a:prstGeom prst="straightConnector1">
            <a:avLst/>
          </a:prstGeom>
          <a:noFill/>
          <a:ln cap="flat" cmpd="sng" w="15875">
            <a:solidFill>
              <a:srgbClr val="F5F7FC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154" name="Google Shape;154;p8" title="Arch Diagram (1).jp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046313" y="2032130"/>
            <a:ext cx="8099371" cy="44740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 spd="slow">
    <p:wipe dir="l"/>
  </p:transition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EscuelaIT Duoc UC - Escuela de Informática y Telecomunicaciones Duoc UC - Duoc  UC | LinkedIn" id="159" name="Google Shape;159;p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160" name="Google Shape;160;p7"/>
          <p:cNvSpPr txBox="1"/>
          <p:nvPr/>
        </p:nvSpPr>
        <p:spPr>
          <a:xfrm>
            <a:off x="136188" y="368928"/>
            <a:ext cx="12191999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1800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PROYECTO “</a:t>
            </a:r>
            <a:r>
              <a:rPr lang="es-MX" sz="1800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NUTRICOMBAT”</a:t>
            </a:r>
            <a:endParaRPr/>
          </a:p>
        </p:txBody>
      </p:sp>
      <p:sp>
        <p:nvSpPr>
          <p:cNvPr id="161" name="Google Shape;161;p7"/>
          <p:cNvSpPr txBox="1"/>
          <p:nvPr/>
        </p:nvSpPr>
        <p:spPr>
          <a:xfrm>
            <a:off x="1" y="1155656"/>
            <a:ext cx="121920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3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Release Plan del desarrollo del proyecto</a:t>
            </a:r>
            <a:endParaRPr sz="1000">
              <a:solidFill>
                <a:srgbClr val="75707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62" name="Google Shape;162;p7"/>
          <p:cNvCxnSpPr/>
          <p:nvPr/>
        </p:nvCxnSpPr>
        <p:spPr>
          <a:xfrm>
            <a:off x="0" y="758027"/>
            <a:ext cx="4085617" cy="0"/>
          </a:xfrm>
          <a:prstGeom prst="straightConnector1">
            <a:avLst/>
          </a:prstGeom>
          <a:noFill/>
          <a:ln cap="flat" cmpd="sng" w="15875">
            <a:solidFill>
              <a:srgbClr val="F5F7FC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163" name="Google Shape;163;p7"/>
          <p:cNvSpPr txBox="1"/>
          <p:nvPr/>
        </p:nvSpPr>
        <p:spPr>
          <a:xfrm>
            <a:off x="5230140" y="1802150"/>
            <a:ext cx="1479300" cy="424500"/>
          </a:xfrm>
          <a:prstGeom prst="rect">
            <a:avLst/>
          </a:prstGeom>
          <a:noFill/>
          <a:ln>
            <a:noFill/>
          </a:ln>
        </p:spPr>
        <p:txBody>
          <a:bodyPr anchorCtr="0" anchor="t" bIns="82050" lIns="82050" spcFirstLastPara="1" rIns="82050" wrap="square" tIns="8205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1525" u="sng">
                <a:solidFill>
                  <a:schemeClr val="hlink"/>
                </a:solidFill>
                <a:latin typeface="Lato"/>
                <a:ea typeface="Lato"/>
                <a:cs typeface="Lato"/>
                <a:sym typeface="Lato"/>
                <a:hlinkClick r:id="rId4"/>
              </a:rPr>
              <a:t>Release 1.0.0</a:t>
            </a:r>
            <a:endParaRPr sz="1525">
              <a:solidFill>
                <a:schemeClr val="accent1"/>
              </a:solidFill>
              <a:latin typeface="Lato"/>
              <a:ea typeface="Lato"/>
              <a:cs typeface="Lato"/>
              <a:sym typeface="Lato"/>
            </a:endParaRPr>
          </a:p>
        </p:txBody>
      </p:sp>
      <p:pic>
        <p:nvPicPr>
          <p:cNvPr id="164" name="Google Shape;164;p7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52400" y="2379050"/>
            <a:ext cx="11185572" cy="432654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 spd="slow">
    <p:wipe dir="l"/>
  </p:transition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8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EscuelaIT Duoc UC - Escuela de Informática y Telecomunicaciones Duoc UC - Duoc  UC | LinkedIn" id="169" name="Google Shape;169;g3a908aeceb8_0_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170" name="Google Shape;170;g3a908aeceb8_0_1"/>
          <p:cNvSpPr txBox="1"/>
          <p:nvPr/>
        </p:nvSpPr>
        <p:spPr>
          <a:xfrm>
            <a:off x="136188" y="368928"/>
            <a:ext cx="121920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1800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PROYECTO “NUTRICOMBAT”</a:t>
            </a:r>
            <a:endParaRPr/>
          </a:p>
        </p:txBody>
      </p:sp>
      <p:sp>
        <p:nvSpPr>
          <p:cNvPr id="171" name="Google Shape;171;g3a908aeceb8_0_1"/>
          <p:cNvSpPr txBox="1"/>
          <p:nvPr/>
        </p:nvSpPr>
        <p:spPr>
          <a:xfrm>
            <a:off x="1" y="1155656"/>
            <a:ext cx="121920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3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Release Plan del desarrollo del proyecto</a:t>
            </a:r>
            <a:endParaRPr sz="1000">
              <a:solidFill>
                <a:srgbClr val="75707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72" name="Google Shape;172;g3a908aeceb8_0_1"/>
          <p:cNvCxnSpPr/>
          <p:nvPr/>
        </p:nvCxnSpPr>
        <p:spPr>
          <a:xfrm>
            <a:off x="0" y="758027"/>
            <a:ext cx="4085700" cy="0"/>
          </a:xfrm>
          <a:prstGeom prst="straightConnector1">
            <a:avLst/>
          </a:prstGeom>
          <a:noFill/>
          <a:ln cap="flat" cmpd="sng" w="15875">
            <a:solidFill>
              <a:srgbClr val="F5F7FC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173" name="Google Shape;173;g3a908aeceb8_0_1"/>
          <p:cNvSpPr txBox="1"/>
          <p:nvPr/>
        </p:nvSpPr>
        <p:spPr>
          <a:xfrm>
            <a:off x="5230140" y="1802150"/>
            <a:ext cx="1479300" cy="424500"/>
          </a:xfrm>
          <a:prstGeom prst="rect">
            <a:avLst/>
          </a:prstGeom>
          <a:noFill/>
          <a:ln>
            <a:noFill/>
          </a:ln>
        </p:spPr>
        <p:txBody>
          <a:bodyPr anchorCtr="0" anchor="t" bIns="82050" lIns="82050" spcFirstLastPara="1" rIns="82050" wrap="square" tIns="8205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1525" u="sng">
                <a:solidFill>
                  <a:schemeClr val="hlink"/>
                </a:solidFill>
                <a:latin typeface="Lato"/>
                <a:ea typeface="Lato"/>
                <a:cs typeface="Lato"/>
                <a:sym typeface="Lato"/>
                <a:hlinkClick r:id="rId4"/>
              </a:rPr>
              <a:t>Release 1.0.</a:t>
            </a:r>
            <a:r>
              <a:rPr lang="es-MX" sz="1525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rPr>
              <a:t>1</a:t>
            </a:r>
            <a:endParaRPr sz="1525">
              <a:solidFill>
                <a:schemeClr val="accent1"/>
              </a:solidFill>
              <a:latin typeface="Lato"/>
              <a:ea typeface="Lato"/>
              <a:cs typeface="Lato"/>
              <a:sym typeface="Lato"/>
            </a:endParaRPr>
          </a:p>
        </p:txBody>
      </p:sp>
      <p:pic>
        <p:nvPicPr>
          <p:cNvPr id="174" name="Google Shape;174;g3a908aeceb8_0_1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52400" y="2379050"/>
            <a:ext cx="11887201" cy="359866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EscuelaIT Duoc UC - Escuela de Informática y Telecomunicaciones Duoc UC - Duoc  UC | LinkedIn" id="179" name="Google Shape;179;p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180" name="Google Shape;180;p9"/>
          <p:cNvSpPr txBox="1"/>
          <p:nvPr/>
        </p:nvSpPr>
        <p:spPr>
          <a:xfrm>
            <a:off x="136188" y="368928"/>
            <a:ext cx="12191999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1800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PROYECTO “</a:t>
            </a:r>
            <a:r>
              <a:rPr lang="es-MX" sz="1800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NUTRICOMBAT</a:t>
            </a:r>
            <a:r>
              <a:rPr lang="es-MX" sz="1800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”</a:t>
            </a:r>
            <a:endParaRPr/>
          </a:p>
        </p:txBody>
      </p:sp>
      <p:sp>
        <p:nvSpPr>
          <p:cNvPr id="181" name="Google Shape;181;p9"/>
          <p:cNvSpPr txBox="1"/>
          <p:nvPr/>
        </p:nvSpPr>
        <p:spPr>
          <a:xfrm>
            <a:off x="0" y="777805"/>
            <a:ext cx="121920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3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Modelo de datos</a:t>
            </a:r>
            <a:endParaRPr/>
          </a:p>
        </p:txBody>
      </p:sp>
      <p:cxnSp>
        <p:nvCxnSpPr>
          <p:cNvPr id="182" name="Google Shape;182;p9"/>
          <p:cNvCxnSpPr/>
          <p:nvPr/>
        </p:nvCxnSpPr>
        <p:spPr>
          <a:xfrm>
            <a:off x="0" y="758027"/>
            <a:ext cx="4085617" cy="0"/>
          </a:xfrm>
          <a:prstGeom prst="straightConnector1">
            <a:avLst/>
          </a:prstGeom>
          <a:noFill/>
          <a:ln cap="flat" cmpd="sng" w="15875">
            <a:solidFill>
              <a:srgbClr val="F5F7FC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183" name="Google Shape;183;p9" title="Nutricombat DB Diagram-2025-11-23-192816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2400" y="1576705"/>
            <a:ext cx="11887201" cy="498008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 spd="slow">
    <p:wipe dir="l"/>
  </p:transition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EscuelaIT Duoc UC - Escuela de Informática y Telecomunicaciones Duoc UC - Duoc  UC | LinkedIn" id="188" name="Google Shape;188;p1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189" name="Google Shape;189;p10"/>
          <p:cNvSpPr txBox="1"/>
          <p:nvPr/>
        </p:nvSpPr>
        <p:spPr>
          <a:xfrm>
            <a:off x="136188" y="368928"/>
            <a:ext cx="12191999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1800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PROYECTO “</a:t>
            </a:r>
            <a:r>
              <a:rPr lang="es-MX" sz="1800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NUTRICOMBAT</a:t>
            </a:r>
            <a:r>
              <a:rPr lang="es-MX" sz="1800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”</a:t>
            </a:r>
            <a:endParaRPr/>
          </a:p>
        </p:txBody>
      </p:sp>
      <p:sp>
        <p:nvSpPr>
          <p:cNvPr id="190" name="Google Shape;190;p10"/>
          <p:cNvSpPr txBox="1"/>
          <p:nvPr/>
        </p:nvSpPr>
        <p:spPr>
          <a:xfrm>
            <a:off x="0" y="1010093"/>
            <a:ext cx="121920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3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Tecnologías utilizadas</a:t>
            </a:r>
            <a:endParaRPr/>
          </a:p>
        </p:txBody>
      </p:sp>
      <p:cxnSp>
        <p:nvCxnSpPr>
          <p:cNvPr id="191" name="Google Shape;191;p10"/>
          <p:cNvCxnSpPr/>
          <p:nvPr/>
        </p:nvCxnSpPr>
        <p:spPr>
          <a:xfrm>
            <a:off x="0" y="758027"/>
            <a:ext cx="4085617" cy="0"/>
          </a:xfrm>
          <a:prstGeom prst="straightConnector1">
            <a:avLst/>
          </a:prstGeom>
          <a:noFill/>
          <a:ln cap="flat" cmpd="sng" w="15875">
            <a:solidFill>
              <a:srgbClr val="F5F7FC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192" name="Google Shape;192;p10"/>
          <p:cNvSpPr txBox="1"/>
          <p:nvPr/>
        </p:nvSpPr>
        <p:spPr>
          <a:xfrm>
            <a:off x="1223275" y="1755125"/>
            <a:ext cx="8738700" cy="3174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None/>
            </a:pPr>
            <a:r>
              <a:rPr b="1" lang="es-MX" sz="1300">
                <a:solidFill>
                  <a:schemeClr val="dk1"/>
                </a:solidFill>
              </a:rPr>
              <a:t>Frontend Mobile:</a:t>
            </a:r>
            <a:endParaRPr b="1" sz="1300"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b="1" lang="es-MX" sz="1100">
                <a:solidFill>
                  <a:schemeClr val="dk1"/>
                </a:solidFill>
              </a:rPr>
              <a:t>React Native</a:t>
            </a:r>
            <a:r>
              <a:rPr lang="es-MX" sz="1100">
                <a:solidFill>
                  <a:schemeClr val="dk1"/>
                </a:solidFill>
              </a:rPr>
              <a:t> (EAS Compiled) para iOS/Android</a:t>
            </a:r>
            <a:endParaRPr sz="1100"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b="1" lang="es-MX" sz="1100">
                <a:solidFill>
                  <a:schemeClr val="dk1"/>
                </a:solidFill>
              </a:rPr>
              <a:t>Expo</a:t>
            </a:r>
            <a:r>
              <a:rPr lang="es-MX" sz="1100">
                <a:solidFill>
                  <a:schemeClr val="dk1"/>
                </a:solidFill>
              </a:rPr>
              <a:t> para desarrollo y deployment</a:t>
            </a:r>
            <a:endParaRPr sz="11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None/>
            </a:pPr>
            <a:r>
              <a:rPr b="1" lang="es-MX" sz="1300">
                <a:solidFill>
                  <a:schemeClr val="dk1"/>
                </a:solidFill>
              </a:rPr>
              <a:t>Backend &amp; Cloud:</a:t>
            </a:r>
            <a:endParaRPr b="1" sz="1300"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b="1" lang="es-MX" sz="1100">
                <a:solidFill>
                  <a:schemeClr val="dk1"/>
                </a:solidFill>
              </a:rPr>
              <a:t>AWS Lambda Functions</a:t>
            </a:r>
            <a:r>
              <a:rPr lang="es-MX" sz="1100">
                <a:solidFill>
                  <a:schemeClr val="dk1"/>
                </a:solidFill>
              </a:rPr>
              <a:t> para lógica de negocio</a:t>
            </a:r>
            <a:endParaRPr sz="1100"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b="1" lang="es-MX" sz="1100">
                <a:solidFill>
                  <a:schemeClr val="dk1"/>
                </a:solidFill>
              </a:rPr>
              <a:t>API Gateway</a:t>
            </a:r>
            <a:r>
              <a:rPr lang="es-MX" sz="1100">
                <a:solidFill>
                  <a:schemeClr val="dk1"/>
                </a:solidFill>
              </a:rPr>
              <a:t> para exposición de endpoints</a:t>
            </a:r>
            <a:endParaRPr sz="1100"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b="1" lang="es-MX" sz="1100">
                <a:solidFill>
                  <a:schemeClr val="dk1"/>
                </a:solidFill>
              </a:rPr>
              <a:t>AWS Cognito</a:t>
            </a:r>
            <a:r>
              <a:rPr lang="es-MX" sz="1100">
                <a:solidFill>
                  <a:schemeClr val="dk1"/>
                </a:solidFill>
              </a:rPr>
              <a:t> para autenticación de usuarios</a:t>
            </a:r>
            <a:endParaRPr sz="1100"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b="1" lang="es-MX" sz="1100">
                <a:solidFill>
                  <a:schemeClr val="dk1"/>
                </a:solidFill>
              </a:rPr>
              <a:t>PostgreSQL (Supabase)</a:t>
            </a:r>
            <a:r>
              <a:rPr lang="es-MX" sz="1100">
                <a:solidFill>
                  <a:schemeClr val="dk1"/>
                </a:solidFill>
              </a:rPr>
              <a:t> para base de datos</a:t>
            </a:r>
            <a:endParaRPr sz="1100"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b="1" lang="es-MX" sz="1100">
                <a:solidFill>
                  <a:schemeClr val="dk1"/>
                </a:solidFill>
              </a:rPr>
              <a:t>S3</a:t>
            </a:r>
            <a:r>
              <a:rPr lang="es-MX" sz="1100">
                <a:solidFill>
                  <a:schemeClr val="dk1"/>
                </a:solidFill>
              </a:rPr>
              <a:t> para almacenamiento de imágenes</a:t>
            </a:r>
            <a:endParaRPr sz="11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None/>
            </a:pPr>
            <a:r>
              <a:rPr b="1" lang="es-MX" sz="1300">
                <a:solidFill>
                  <a:schemeClr val="dk1"/>
                </a:solidFill>
              </a:rPr>
              <a:t>Inteligencia Artificial:</a:t>
            </a:r>
            <a:endParaRPr b="1" sz="1300"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b="1" lang="es-MX" sz="1100">
                <a:solidFill>
                  <a:schemeClr val="dk1"/>
                </a:solidFill>
              </a:rPr>
              <a:t>Google Gemini API</a:t>
            </a:r>
            <a:r>
              <a:rPr lang="es-MX" sz="1100">
                <a:solidFill>
                  <a:schemeClr val="dk1"/>
                </a:solidFill>
              </a:rPr>
              <a:t> para reconocimiento de alimentos y planes de corte</a:t>
            </a:r>
            <a:endParaRPr sz="11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None/>
            </a:pPr>
            <a:r>
              <a:rPr b="1" lang="es-MX" sz="1300">
                <a:solidFill>
                  <a:schemeClr val="dk1"/>
                </a:solidFill>
              </a:rPr>
              <a:t>DevOps &amp; Tools:</a:t>
            </a:r>
            <a:endParaRPr b="1" sz="1300"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b="1" lang="es-MX" sz="1100">
                <a:solidFill>
                  <a:schemeClr val="dk1"/>
                </a:solidFill>
              </a:rPr>
              <a:t>GitHub</a:t>
            </a:r>
            <a:r>
              <a:rPr lang="es-MX" sz="1100">
                <a:solidFill>
                  <a:schemeClr val="dk1"/>
                </a:solidFill>
              </a:rPr>
              <a:t> para control de versiones</a:t>
            </a:r>
            <a:endParaRPr sz="1100"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b="1" lang="es-MX" sz="1100">
                <a:solidFill>
                  <a:schemeClr val="dk1"/>
                </a:solidFill>
              </a:rPr>
              <a:t>Jira</a:t>
            </a:r>
            <a:r>
              <a:rPr lang="es-MX" sz="1100">
                <a:solidFill>
                  <a:schemeClr val="dk1"/>
                </a:solidFill>
              </a:rPr>
              <a:t> para gestión de proyecto</a:t>
            </a:r>
            <a:endParaRPr sz="1100"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b="1" lang="es-MX" sz="1100">
                <a:solidFill>
                  <a:schemeClr val="dk1"/>
                </a:solidFill>
              </a:rPr>
              <a:t>Confluence</a:t>
            </a:r>
            <a:r>
              <a:rPr lang="es-MX" sz="1100">
                <a:solidFill>
                  <a:schemeClr val="dk1"/>
                </a:solidFill>
              </a:rPr>
              <a:t> para documentación del proyecto</a:t>
            </a:r>
            <a:endParaRPr sz="1100"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b="1" lang="es-MX" sz="1100">
                <a:solidFill>
                  <a:schemeClr val="dk1"/>
                </a:solidFill>
              </a:rPr>
              <a:t>Figma</a:t>
            </a:r>
            <a:r>
              <a:rPr lang="es-MX" sz="1100">
                <a:solidFill>
                  <a:schemeClr val="dk1"/>
                </a:solidFill>
              </a:rPr>
              <a:t> para diseño UI/UX</a:t>
            </a:r>
            <a:endParaRPr sz="1100"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b="1" lang="es-MX" sz="1100">
                <a:solidFill>
                  <a:schemeClr val="dk1"/>
                </a:solidFill>
              </a:rPr>
              <a:t>Postman y terminal</a:t>
            </a:r>
            <a:r>
              <a:rPr lang="es-MX" sz="1100">
                <a:solidFill>
                  <a:schemeClr val="dk1"/>
                </a:solidFill>
              </a:rPr>
              <a:t> para testing de APIs</a:t>
            </a:r>
            <a:endParaRPr sz="11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1700">
              <a:solidFill>
                <a:schemeClr val="dk1"/>
              </a:solidFill>
              <a:latin typeface="Lato"/>
              <a:ea typeface="Lato"/>
              <a:cs typeface="Lato"/>
              <a:sym typeface="Lato"/>
            </a:endParaRPr>
          </a:p>
        </p:txBody>
      </p:sp>
    </p:spTree>
  </p:cSld>
  <p:clrMapOvr>
    <a:masterClrMapping/>
  </p:clrMapOvr>
  <p:transition spd="slow">
    <p:wipe dir="l"/>
  </p:transition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="0">
  <p:cSld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EscuelaIT Duoc UC - Escuela de Informática y Telecomunicaciones Duoc UC - Duoc  UC | LinkedIn" id="197" name="Google Shape;197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198" name="Google Shape;198;p11"/>
          <p:cNvSpPr txBox="1"/>
          <p:nvPr/>
        </p:nvSpPr>
        <p:spPr>
          <a:xfrm>
            <a:off x="1" y="2707792"/>
            <a:ext cx="12191999" cy="11387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4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DEMOSTRACIÓN DEL RESULTADO DEL PROYECTO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2400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*Exposición del sistema</a:t>
            </a:r>
            <a:endParaRPr sz="2400">
              <a:solidFill>
                <a:srgbClr val="75707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ransition spd="slow">
    <p:wipe dir="l"/>
  </p:transition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="0">
  <p:cSld>
    <p:spTree>
      <p:nvGrpSpPr>
        <p:cNvPr id="202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EscuelaIT Duoc UC - Escuela de Informática y Telecomunicaciones Duoc UC - Duoc  UC | LinkedIn" id="203" name="Google Shape;203;p1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204" name="Google Shape;204;p12"/>
          <p:cNvSpPr txBox="1"/>
          <p:nvPr/>
        </p:nvSpPr>
        <p:spPr>
          <a:xfrm>
            <a:off x="1" y="1459095"/>
            <a:ext cx="12191999" cy="76944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4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Resultados obtenidos</a:t>
            </a:r>
            <a:endParaRPr/>
          </a:p>
        </p:txBody>
      </p:sp>
    </p:spTree>
  </p:cSld>
  <p:clrMapOvr>
    <a:masterClrMapping/>
  </p:clrMapOvr>
  <p:transition spd="slow">
    <p:wipe dir="l"/>
  </p:transition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="0">
  <p:cSld>
    <p:spTree>
      <p:nvGrpSpPr>
        <p:cNvPr id="208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EscuelaIT Duoc UC - Escuela de Informática y Telecomunicaciones Duoc UC - Duoc  UC | LinkedIn" id="209" name="Google Shape;209;p1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210" name="Google Shape;210;p13"/>
          <p:cNvSpPr txBox="1"/>
          <p:nvPr/>
        </p:nvSpPr>
        <p:spPr>
          <a:xfrm>
            <a:off x="1" y="1360773"/>
            <a:ext cx="12191999" cy="76944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4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Obstáculos presentados durante el desarrollo</a:t>
            </a:r>
            <a:endParaRPr/>
          </a:p>
        </p:txBody>
      </p:sp>
    </p:spTree>
  </p:cSld>
  <p:clrMapOvr>
    <a:masterClrMapping/>
  </p:clrMapOvr>
  <p:transition spd="slow">
    <p:wipe dir="l"/>
  </p:transition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EscuelaIT Duoc UC - Escuela de Informática y Telecomunicaciones Duoc UC - Duoc  UC | LinkedIn" id="215" name="Google Shape;215;p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216" name="Google Shape;216;p14"/>
          <p:cNvSpPr txBox="1"/>
          <p:nvPr/>
        </p:nvSpPr>
        <p:spPr>
          <a:xfrm>
            <a:off x="0" y="3044279"/>
            <a:ext cx="12191999" cy="76944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4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PREGUNTAS DE LA COMISIÓN</a:t>
            </a:r>
            <a:endParaRPr/>
          </a:p>
        </p:txBody>
      </p:sp>
    </p:spTree>
  </p:cSld>
  <p:clrMapOvr>
    <a:masterClrMapping/>
  </p:clrMapOvr>
  <p:transition spd="slow">
    <p:wipe dir="l"/>
  </p:transition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treamline">
  <a:themeElements>
    <a:clrScheme name="Streamline">
      <a:dk1>
        <a:srgbClr val="1A9988"/>
      </a:dk1>
      <a:lt1>
        <a:srgbClr val="FFFFFF"/>
      </a:lt1>
      <a:dk2>
        <a:srgbClr val="1A1A1A"/>
      </a:dk2>
      <a:lt2>
        <a:srgbClr val="E9EDEE"/>
      </a:lt2>
      <a:accent1>
        <a:srgbClr val="595959"/>
      </a:accent1>
      <a:accent2>
        <a:srgbClr val="6AA4C8"/>
      </a:accent2>
      <a:accent3>
        <a:srgbClr val="EB5600"/>
      </a:accent3>
      <a:accent4>
        <a:srgbClr val="A2FFE8"/>
      </a:accent4>
      <a:accent5>
        <a:srgbClr val="1C3678"/>
      </a:accent5>
      <a:accent6>
        <a:srgbClr val="FFB8A2"/>
      </a:accent6>
      <a:hlink>
        <a:srgbClr val="1C3678"/>
      </a:hlink>
      <a:folHlink>
        <a:srgbClr val="1C3678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2023-10-28T21:12:11Z</dcterms:created>
  <dc:creator>Gerardo Galan Cruz</dc:creator>
</cp:coreProperties>
</file>